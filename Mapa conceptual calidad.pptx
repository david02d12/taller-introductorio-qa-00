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1B7EC5-9F0E-44D9-AC6E-344ADDAFE153}" type="doc">
      <dgm:prSet loTypeId="urn:microsoft.com/office/officeart/2005/8/layout/orgChart1" loCatId="hierarchy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O"/>
        </a:p>
      </dgm:t>
    </dgm:pt>
    <dgm:pt modelId="{88B20BB6-591B-469B-B631-290FDB237945}">
      <dgm:prSet phldrT="[Texto]" custT="1"/>
      <dgm:spPr/>
      <dgm:t>
        <a:bodyPr/>
        <a:lstStyle/>
        <a:p>
          <a:r>
            <a:rPr lang="es-CO" sz="2400" b="1" dirty="0">
              <a:solidFill>
                <a:schemeClr val="tx1"/>
              </a:solidFill>
            </a:rPr>
            <a:t>Conceptos de Calidad</a:t>
          </a:r>
        </a:p>
      </dgm:t>
    </dgm:pt>
    <dgm:pt modelId="{F22D3044-03B5-4B09-AFD0-91C655F9194A}" type="parTrans" cxnId="{7A65317C-397C-4742-9153-00BED7E22F0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085FD097-8B64-4C8F-9306-0E3E8CEF0F37}" type="sibTrans" cxnId="{7A65317C-397C-4742-9153-00BED7E22F0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E9D6226-78EB-43F9-AC66-F68C327C5F01}">
      <dgm:prSet phldrT="[Texto]" custT="1"/>
      <dgm:spPr/>
      <dgm:t>
        <a:bodyPr/>
        <a:lstStyle/>
        <a:p>
          <a:r>
            <a:rPr lang="es-CO" sz="2800" b="1" dirty="0">
              <a:solidFill>
                <a:schemeClr val="tx1"/>
              </a:solidFill>
            </a:rPr>
            <a:t>Calidad</a:t>
          </a:r>
        </a:p>
      </dgm:t>
    </dgm:pt>
    <dgm:pt modelId="{FA0AD1F6-2C3A-42E2-A8A9-D26D9C142E6E}" type="parTrans" cxnId="{BD7C5BDF-7A73-4D80-B322-81A3634A5E2E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087050F-CBC5-435E-9FA4-34BD1D65F6D1}" type="sibTrans" cxnId="{BD7C5BDF-7A73-4D80-B322-81A3634A5E2E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2398A22-69A2-4B16-8A6F-BE09DEA14841}">
      <dgm:prSet phldrT="[Texto]" custT="1"/>
      <dgm:spPr/>
      <dgm:t>
        <a:bodyPr/>
        <a:lstStyle/>
        <a:p>
          <a:r>
            <a:rPr lang="es-CO" sz="3600" b="1" dirty="0">
              <a:solidFill>
                <a:schemeClr val="tx1"/>
              </a:solidFill>
            </a:rPr>
            <a:t>QA</a:t>
          </a:r>
        </a:p>
      </dgm:t>
    </dgm:pt>
    <dgm:pt modelId="{64E92BB6-6A4B-4042-97A5-C92B40AC66B9}" type="parTrans" cxnId="{A6AA8139-6D93-4BE7-9FC8-A6DC25B4B65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7B0F50AC-6F1E-4848-8505-550461136107}" type="sibTrans" cxnId="{A6AA8139-6D93-4BE7-9FC8-A6DC25B4B65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D55D380B-941C-4C7B-8467-CF3C2CCEE61B}">
      <dgm:prSet phldrT="[Texto]" custT="1"/>
      <dgm:spPr/>
      <dgm:t>
        <a:bodyPr/>
        <a:lstStyle/>
        <a:p>
          <a:r>
            <a:rPr lang="es-CO" sz="4000" b="1" dirty="0">
              <a:solidFill>
                <a:schemeClr val="tx1"/>
              </a:solidFill>
            </a:rPr>
            <a:t>QC</a:t>
          </a:r>
        </a:p>
      </dgm:t>
    </dgm:pt>
    <dgm:pt modelId="{B9B6B68D-BA17-47C7-A883-B06520770FEA}" type="parTrans" cxnId="{80C009E4-EB69-41BB-9640-5AFD62E4CE9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644E83AC-F080-4F1D-926B-C286A880A6C5}" type="sibTrans" cxnId="{80C009E4-EB69-41BB-9640-5AFD62E4CE93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95D2F77-B658-4E69-B184-2B0FADEF78BE}">
      <dgm:prSet phldrT="[Texto]" custT="1"/>
      <dgm:spPr/>
      <dgm:t>
        <a:bodyPr/>
        <a:lstStyle/>
        <a:p>
          <a:r>
            <a:rPr lang="es-CO" sz="2800" b="1" dirty="0">
              <a:solidFill>
                <a:schemeClr val="tx1"/>
              </a:solidFill>
            </a:rPr>
            <a:t>Testing</a:t>
          </a:r>
        </a:p>
      </dgm:t>
    </dgm:pt>
    <dgm:pt modelId="{8E13B71C-7893-4B04-B3E5-26414E746C19}" type="parTrans" cxnId="{4F085D35-A840-4D68-B675-1ACD622F875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91FF9C04-BC72-438B-9709-DBCE6E4B4A9D}" type="sibTrans" cxnId="{4F085D35-A840-4D68-B675-1ACD622F875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EB20B223-CE0E-461A-AE1C-3E56E2E3AF6D}">
      <dgm:prSet phldrT="[Texto]" custT="1"/>
      <dgm:spPr/>
      <dgm:t>
        <a:bodyPr/>
        <a:lstStyle/>
        <a:p>
          <a:r>
            <a:rPr lang="es-CO" sz="2000" b="1" dirty="0">
              <a:solidFill>
                <a:schemeClr val="tx1"/>
              </a:solidFill>
            </a:rPr>
            <a:t>Verificación</a:t>
          </a:r>
          <a:endParaRPr lang="es-CO" sz="1100" b="1" dirty="0">
            <a:solidFill>
              <a:schemeClr val="tx1"/>
            </a:solidFill>
          </a:endParaRPr>
        </a:p>
      </dgm:t>
    </dgm:pt>
    <dgm:pt modelId="{5C0680A8-0847-4411-8076-85FCF13C2A11}" type="parTrans" cxnId="{8FD48D77-31FC-4492-AFE1-4C2D24CB783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3BD3CAE5-574E-4569-8127-5D4DE4EB3C83}" type="sibTrans" cxnId="{8FD48D77-31FC-4492-AFE1-4C2D24CB783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2B2532C4-D3F8-4F76-AFAE-4D614CC1DB86}">
      <dgm:prSet phldrT="[Texto]" custT="1"/>
      <dgm:spPr/>
      <dgm:t>
        <a:bodyPr/>
        <a:lstStyle/>
        <a:p>
          <a:r>
            <a:rPr lang="es-CO" sz="2000" b="1" dirty="0">
              <a:solidFill>
                <a:schemeClr val="tx1"/>
              </a:solidFill>
            </a:rPr>
            <a:t>Validación</a:t>
          </a:r>
        </a:p>
      </dgm:t>
    </dgm:pt>
    <dgm:pt modelId="{8BE5563C-7540-4F7E-AA7E-DF85A2A61E5A}" type="parTrans" cxnId="{398E43E8-E4B9-4F64-86FB-D7E6C9247B0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1CDD633-0E5A-41AA-A528-F1B680607888}" type="sibTrans" cxnId="{398E43E8-E4B9-4F64-86FB-D7E6C9247B07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B5E3F6B0-F000-4EF2-9E38-5E16BE758BA7}">
      <dgm:prSet phldrT="[Texto]" custT="1"/>
      <dgm:spPr/>
      <dgm:t>
        <a:bodyPr/>
        <a:lstStyle/>
        <a:p>
          <a:r>
            <a:rPr lang="es-CO" sz="2000" b="1" dirty="0">
              <a:solidFill>
                <a:schemeClr val="tx1"/>
              </a:solidFill>
            </a:rPr>
            <a:t>Mejora Continua</a:t>
          </a:r>
        </a:p>
      </dgm:t>
    </dgm:pt>
    <dgm:pt modelId="{457C1DEB-46CD-4A65-B4C3-DD0A6D2BEFBF}" type="parTrans" cxnId="{9BC0A212-677E-4D57-988B-96129452910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84C8A7DC-DF74-49E2-B9FD-3A23B1DB9772}" type="sibTrans" cxnId="{9BC0A212-677E-4D57-988B-96129452910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F49B230-FC33-42FD-8C0B-22952C010C16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Actividades que previenen los errores de un proyecto</a:t>
          </a:r>
        </a:p>
      </dgm:t>
    </dgm:pt>
    <dgm:pt modelId="{ACAEB3A5-A405-4C84-8A68-59B00DB65554}" type="parTrans" cxnId="{014F0BAA-524C-4B9C-BFD1-624C281B4B18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4A0EC64-0382-40BD-9CAD-28FAB4664627}" type="sibTrans" cxnId="{014F0BAA-524C-4B9C-BFD1-624C281B4B18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A0CB690-C5F2-4BA4-B2D9-A731E2EFA21E}">
      <dgm:prSet phldrT="[Texto]" custT="1"/>
      <dgm:spPr/>
      <dgm:t>
        <a:bodyPr/>
        <a:lstStyle/>
        <a:p>
          <a:r>
            <a:rPr lang="es-CO" sz="1600" dirty="0">
              <a:solidFill>
                <a:schemeClr val="tx1"/>
              </a:solidFill>
            </a:rPr>
            <a:t>Actividades de corrección ante un producto supuestamente finalizado y antes de entregarlo</a:t>
          </a:r>
        </a:p>
      </dgm:t>
    </dgm:pt>
    <dgm:pt modelId="{EB61C1F1-6CC0-48F4-A317-0ED2F3904E07}" type="parTrans" cxnId="{8E39E99F-49E0-42CF-837E-F78FEE4933D0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CCCA369-3B7B-4D8F-89E5-810DBD7140D6}" type="sibTrans" cxnId="{8E39E99F-49E0-42CF-837E-F78FEE4933D0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65D2BCD-E30B-4527-A233-A7DC26A686B8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Proceso para probar el producto y encontrar errores</a:t>
          </a:r>
        </a:p>
      </dgm:t>
    </dgm:pt>
    <dgm:pt modelId="{DD7137F9-A8D2-4D79-A1D9-7C6D482F65F4}" type="parTrans" cxnId="{61C963E7-0DBE-4D6B-A697-32A9AF9B874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528BBE9D-DB93-479F-8F1C-974A1CD3A719}" type="sibTrans" cxnId="{61C963E7-0DBE-4D6B-A697-32A9AF9B874D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9FEA656-08D3-4118-8840-ECDCD9508B1D}">
      <dgm:prSet phldrT="[Texto]" custT="1"/>
      <dgm:spPr/>
      <dgm:t>
        <a:bodyPr/>
        <a:lstStyle/>
        <a:p>
          <a:r>
            <a:rPr lang="es-CO" sz="1600" dirty="0">
              <a:solidFill>
                <a:schemeClr val="tx1"/>
              </a:solidFill>
            </a:rPr>
            <a:t>Evaluación que comprueba si un producto se fue construyendo adecuadamente</a:t>
          </a:r>
        </a:p>
      </dgm:t>
    </dgm:pt>
    <dgm:pt modelId="{8D200C3A-A8D1-4983-A484-B9CCF4D5FC76}" type="parTrans" cxnId="{AF32D096-0EA7-4723-870B-38D79E56C7F1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FD60E452-D80E-4C12-9DD3-C56A0BE3797B}" type="sibTrans" cxnId="{AF32D096-0EA7-4723-870B-38D79E56C7F1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35DB84EB-6CCF-4061-AD99-6FCF32C344B2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Evaluación al final que comprueba si se cumplieron los objetivos</a:t>
          </a:r>
        </a:p>
      </dgm:t>
    </dgm:pt>
    <dgm:pt modelId="{B232C281-D951-4189-A3DB-843B2B626C4E}" type="parTrans" cxnId="{8C58F75C-2ED8-4D6F-B021-1DE5C79625B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0875D487-EDFA-4FE3-B5C0-E2A82FF5E703}" type="sibTrans" cxnId="{8C58F75C-2ED8-4D6F-B021-1DE5C79625B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0F779633-8A3D-4487-9D54-A67C8741F741}">
      <dgm:prSet phldrT="[Texto]" custT="1"/>
      <dgm:spPr/>
      <dgm:t>
        <a:bodyPr/>
        <a:lstStyle/>
        <a:p>
          <a:r>
            <a:rPr lang="es-CO" sz="1400" dirty="0">
              <a:solidFill>
                <a:schemeClr val="tx1"/>
              </a:solidFill>
            </a:rPr>
            <a:t>Proceso constante en el que se van puliendo errores para que cada vez todas las versiones sean mas solidas que las anteriores</a:t>
          </a:r>
        </a:p>
      </dgm:t>
    </dgm:pt>
    <dgm:pt modelId="{D82C6A5C-3D53-49BA-8928-4C1BE7FFD061}" type="parTrans" cxnId="{49CF3C9B-32C3-4991-B9C3-6571E0580FB5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C97D2663-9079-411E-8ADD-28F2F5F0B2B5}" type="sibTrans" cxnId="{49CF3C9B-32C3-4991-B9C3-6571E0580FB5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C651BC53-5614-46E3-8ADC-3783DDE2E054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Manera en al que un producto cumple con las funciones esperadas</a:t>
          </a:r>
        </a:p>
      </dgm:t>
    </dgm:pt>
    <dgm:pt modelId="{7490EA63-C5E6-4F5C-A7CA-829A2B68DEF0}" type="sibTrans" cxnId="{21C8066B-E292-4D5C-956F-E82EA90A44A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2C2D9E73-F4C6-4AAB-BC6A-036EADBB1BF6}" type="parTrans" cxnId="{21C8066B-E292-4D5C-956F-E82EA90A44A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CE5638A0-7177-44A2-B38E-D96942A22BF3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Como revisar que nuestro sistema de chat este hecho satisfactoriamente</a:t>
          </a:r>
        </a:p>
      </dgm:t>
    </dgm:pt>
    <dgm:pt modelId="{7C437410-E66F-4D42-93F8-EB1CFFC9EA23}" type="parTrans" cxnId="{F931C21B-0B91-4906-BBAF-96AC87FF8C35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636CFDF3-7579-4950-96DD-B803C7D26D94}" type="sibTrans" cxnId="{F931C21B-0B91-4906-BBAF-96AC87FF8C35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A1355C76-E77F-45FF-B17C-E0F96B4434F5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Como ir revisando constantemente el cumplimiento de los RF Y RNF</a:t>
          </a:r>
        </a:p>
      </dgm:t>
    </dgm:pt>
    <dgm:pt modelId="{2F416ACB-E311-4E62-B0B8-D02AC93E29B4}" type="parTrans" cxnId="{996B2E97-B9E5-496C-82B7-60B503377E5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966C1B3-A7D7-417D-BD14-873A0A56CD9F}" type="sibTrans" cxnId="{996B2E97-B9E5-496C-82B7-60B503377E52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945B4BEF-A84B-4586-93A8-247A1DE5422A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Como por ejemplo dar un repaso final a todos los casos de uso antes de entregar</a:t>
          </a:r>
        </a:p>
      </dgm:t>
    </dgm:pt>
    <dgm:pt modelId="{D8311374-1D57-4258-8248-9148A0679349}" type="parTrans" cxnId="{657DE290-ADA4-42A9-B55C-4833EB6E09D1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7ACB365-334D-4483-9BA4-D00617838088}" type="sibTrans" cxnId="{657DE290-ADA4-42A9-B55C-4833EB6E09D1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A0C544E4-F59A-48F9-B563-B2607D737A51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Como testear cada uno de los CRUD del proyecto</a:t>
          </a:r>
        </a:p>
      </dgm:t>
    </dgm:pt>
    <dgm:pt modelId="{CCA70F94-6C45-47DC-87B0-542251D7F899}" type="parTrans" cxnId="{2B7F6655-6836-4A59-B58F-F664E3774E68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DF7A6823-A719-4C5C-97ED-99B2F56F63F3}" type="sibTrans" cxnId="{2B7F6655-6836-4A59-B58F-F664E3774E68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6CD1E062-5DCF-4B9A-A79C-ECDC879E179C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Consulta constante de la documentación</a:t>
          </a:r>
        </a:p>
      </dgm:t>
    </dgm:pt>
    <dgm:pt modelId="{96D4B494-CFBE-4DB5-B706-6252BEB17D5C}" type="parTrans" cxnId="{08DB0AEF-1538-47FD-83DC-72BC41B7B344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7104A9EC-A59F-4284-84F0-9A0C40C2D5C2}" type="sibTrans" cxnId="{08DB0AEF-1538-47FD-83DC-72BC41B7B344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BFC4D600-0F70-42C6-82B3-5153D3AF7AEC}">
      <dgm:prSet phldrT="[Texto]" custT="1"/>
      <dgm:spPr/>
      <dgm:t>
        <a:bodyPr/>
        <a:lstStyle/>
        <a:p>
          <a:r>
            <a:rPr lang="es-CO" sz="1600" dirty="0">
              <a:solidFill>
                <a:schemeClr val="tx1"/>
              </a:solidFill>
            </a:rPr>
            <a:t>Pruebas controladas de todos los servicios del sistema junto a su código fuente.</a:t>
          </a:r>
        </a:p>
      </dgm:t>
    </dgm:pt>
    <dgm:pt modelId="{838B40D0-2828-4810-B956-69B45A77E4B2}" type="parTrans" cxnId="{0FEECFA2-9993-42BF-9987-AC8777768244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456BDF51-8677-4C04-8533-51C278AFF42E}" type="sibTrans" cxnId="{0FEECFA2-9993-42BF-9987-AC8777768244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7892832A-D376-44E4-B169-379668AD14F3}">
      <dgm:prSet phldrT="[Texto]" custT="1"/>
      <dgm:spPr/>
      <dgm:t>
        <a:bodyPr/>
        <a:lstStyle/>
        <a:p>
          <a:r>
            <a:rPr lang="es-CO" sz="1800" dirty="0">
              <a:solidFill>
                <a:schemeClr val="tx1"/>
              </a:solidFill>
            </a:rPr>
            <a:t>Todo el proceso que hemos llevado hasta ahora</a:t>
          </a:r>
        </a:p>
      </dgm:t>
    </dgm:pt>
    <dgm:pt modelId="{03231134-36F3-4518-8E86-164D15D1F77A}" type="parTrans" cxnId="{C77D1878-F0B8-4CEC-B108-832900EDCAE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154CD5EA-C307-4F12-89E6-DB2EB0D52352}" type="sibTrans" cxnId="{C77D1878-F0B8-4CEC-B108-832900EDCAE9}">
      <dgm:prSet/>
      <dgm:spPr/>
      <dgm:t>
        <a:bodyPr/>
        <a:lstStyle/>
        <a:p>
          <a:endParaRPr lang="es-CO" sz="3200">
            <a:solidFill>
              <a:schemeClr val="tx1"/>
            </a:solidFill>
          </a:endParaRPr>
        </a:p>
      </dgm:t>
    </dgm:pt>
    <dgm:pt modelId="{9416E58B-3DF8-4188-A41C-672913E7FBFD}" type="pres">
      <dgm:prSet presAssocID="{E21B7EC5-9F0E-44D9-AC6E-344ADDAFE15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07AA60E-122D-457B-93C0-D9A22033B49E}" type="pres">
      <dgm:prSet presAssocID="{88B20BB6-591B-469B-B631-290FDB237945}" presName="hierRoot1" presStyleCnt="0">
        <dgm:presLayoutVars>
          <dgm:hierBranch val="init"/>
        </dgm:presLayoutVars>
      </dgm:prSet>
      <dgm:spPr/>
    </dgm:pt>
    <dgm:pt modelId="{1D784FCE-C70A-4D69-9A5D-C846BD11A357}" type="pres">
      <dgm:prSet presAssocID="{88B20BB6-591B-469B-B631-290FDB237945}" presName="rootComposite1" presStyleCnt="0"/>
      <dgm:spPr/>
    </dgm:pt>
    <dgm:pt modelId="{29E6D61A-9B3D-406D-A663-11D2FBADD68C}" type="pres">
      <dgm:prSet presAssocID="{88B20BB6-591B-469B-B631-290FDB237945}" presName="rootText1" presStyleLbl="node0" presStyleIdx="0" presStyleCnt="1" custScaleX="230838" custLinFactY="-100000" custLinFactNeighborX="686" custLinFactNeighborY="-102952">
        <dgm:presLayoutVars>
          <dgm:chPref val="3"/>
        </dgm:presLayoutVars>
      </dgm:prSet>
      <dgm:spPr/>
    </dgm:pt>
    <dgm:pt modelId="{5B8A84CB-14D3-4AC9-8A47-5B87D28C590A}" type="pres">
      <dgm:prSet presAssocID="{88B20BB6-591B-469B-B631-290FDB237945}" presName="rootConnector1" presStyleLbl="node1" presStyleIdx="0" presStyleCnt="0"/>
      <dgm:spPr/>
    </dgm:pt>
    <dgm:pt modelId="{93D2E835-382F-4B26-A36E-19239CAC07BB}" type="pres">
      <dgm:prSet presAssocID="{88B20BB6-591B-469B-B631-290FDB237945}" presName="hierChild2" presStyleCnt="0"/>
      <dgm:spPr/>
    </dgm:pt>
    <dgm:pt modelId="{936E26C9-8248-4050-AAC4-AC5BFD6BC6EE}" type="pres">
      <dgm:prSet presAssocID="{FA0AD1F6-2C3A-42E2-A8A9-D26D9C142E6E}" presName="Name37" presStyleLbl="parChTrans1D2" presStyleIdx="0" presStyleCnt="7"/>
      <dgm:spPr/>
    </dgm:pt>
    <dgm:pt modelId="{7D136F85-1D4F-4194-872D-A01CADD4FC85}" type="pres">
      <dgm:prSet presAssocID="{8E9D6226-78EB-43F9-AC66-F68C327C5F01}" presName="hierRoot2" presStyleCnt="0">
        <dgm:presLayoutVars>
          <dgm:hierBranch val="init"/>
        </dgm:presLayoutVars>
      </dgm:prSet>
      <dgm:spPr/>
    </dgm:pt>
    <dgm:pt modelId="{CCE8820E-4B51-4069-89B7-6F226F813171}" type="pres">
      <dgm:prSet presAssocID="{8E9D6226-78EB-43F9-AC66-F68C327C5F01}" presName="rootComposite" presStyleCnt="0"/>
      <dgm:spPr/>
    </dgm:pt>
    <dgm:pt modelId="{6E9DBDD9-5F5F-4E35-9704-C36F3D3B7252}" type="pres">
      <dgm:prSet presAssocID="{8E9D6226-78EB-43F9-AC66-F68C327C5F01}" presName="rootText" presStyleLbl="node2" presStyleIdx="0" presStyleCnt="7" custLinFactNeighborY="36148">
        <dgm:presLayoutVars>
          <dgm:chPref val="3"/>
        </dgm:presLayoutVars>
      </dgm:prSet>
      <dgm:spPr/>
    </dgm:pt>
    <dgm:pt modelId="{807C811A-5B97-4D36-9E6E-7213CEED127B}" type="pres">
      <dgm:prSet presAssocID="{8E9D6226-78EB-43F9-AC66-F68C327C5F01}" presName="rootConnector" presStyleLbl="node2" presStyleIdx="0" presStyleCnt="7"/>
      <dgm:spPr/>
    </dgm:pt>
    <dgm:pt modelId="{63072240-3726-4A17-A707-EBF07FBD4F4F}" type="pres">
      <dgm:prSet presAssocID="{8E9D6226-78EB-43F9-AC66-F68C327C5F01}" presName="hierChild4" presStyleCnt="0"/>
      <dgm:spPr/>
    </dgm:pt>
    <dgm:pt modelId="{D092B946-478D-4B8E-8686-226517FF86E1}" type="pres">
      <dgm:prSet presAssocID="{2C2D9E73-F4C6-4AAB-BC6A-036EADBB1BF6}" presName="Name37" presStyleLbl="parChTrans1D3" presStyleIdx="0" presStyleCnt="7"/>
      <dgm:spPr/>
    </dgm:pt>
    <dgm:pt modelId="{BCA46AA6-C23E-440D-AD5E-5F37B2EFAB2F}" type="pres">
      <dgm:prSet presAssocID="{C651BC53-5614-46E3-8ADC-3783DDE2E054}" presName="hierRoot2" presStyleCnt="0">
        <dgm:presLayoutVars>
          <dgm:hierBranch val="init"/>
        </dgm:presLayoutVars>
      </dgm:prSet>
      <dgm:spPr/>
    </dgm:pt>
    <dgm:pt modelId="{3489E18C-C15B-4E22-9145-74A64F1E1EF7}" type="pres">
      <dgm:prSet presAssocID="{C651BC53-5614-46E3-8ADC-3783DDE2E054}" presName="rootComposite" presStyleCnt="0"/>
      <dgm:spPr/>
    </dgm:pt>
    <dgm:pt modelId="{DAC3B39D-6A6F-49B4-BFE5-9EC100B371A3}" type="pres">
      <dgm:prSet presAssocID="{C651BC53-5614-46E3-8ADC-3783DDE2E054}" presName="rootText" presStyleLbl="node3" presStyleIdx="0" presStyleCnt="7" custScaleY="271412" custLinFactNeighborX="21256" custLinFactNeighborY="40331">
        <dgm:presLayoutVars>
          <dgm:chPref val="3"/>
        </dgm:presLayoutVars>
      </dgm:prSet>
      <dgm:spPr/>
    </dgm:pt>
    <dgm:pt modelId="{7EBAB9A1-9D88-4EF8-843F-FB373FC891DC}" type="pres">
      <dgm:prSet presAssocID="{C651BC53-5614-46E3-8ADC-3783DDE2E054}" presName="rootConnector" presStyleLbl="node3" presStyleIdx="0" presStyleCnt="7"/>
      <dgm:spPr/>
    </dgm:pt>
    <dgm:pt modelId="{C2C4F3C1-8FA8-482D-9BE4-6F1E61C57AF9}" type="pres">
      <dgm:prSet presAssocID="{C651BC53-5614-46E3-8ADC-3783DDE2E054}" presName="hierChild4" presStyleCnt="0"/>
      <dgm:spPr/>
    </dgm:pt>
    <dgm:pt modelId="{8749034C-2FDA-400E-B2F5-9021986981A9}" type="pres">
      <dgm:prSet presAssocID="{7C437410-E66F-4D42-93F8-EB1CFFC9EA23}" presName="Name37" presStyleLbl="parChTrans1D4" presStyleIdx="0" presStyleCnt="7"/>
      <dgm:spPr/>
    </dgm:pt>
    <dgm:pt modelId="{F05A0300-04F3-4AE7-8B04-8820649B220C}" type="pres">
      <dgm:prSet presAssocID="{CE5638A0-7177-44A2-B38E-D96942A22BF3}" presName="hierRoot2" presStyleCnt="0">
        <dgm:presLayoutVars>
          <dgm:hierBranch val="init"/>
        </dgm:presLayoutVars>
      </dgm:prSet>
      <dgm:spPr/>
    </dgm:pt>
    <dgm:pt modelId="{601D0FCB-217C-453B-A9F8-224DB7EB2222}" type="pres">
      <dgm:prSet presAssocID="{CE5638A0-7177-44A2-B38E-D96942A22BF3}" presName="rootComposite" presStyleCnt="0"/>
      <dgm:spPr/>
    </dgm:pt>
    <dgm:pt modelId="{BEE9C03B-65EA-47EC-82DB-AAC35C8DC1AE}" type="pres">
      <dgm:prSet presAssocID="{CE5638A0-7177-44A2-B38E-D96942A22BF3}" presName="rootText" presStyleLbl="node4" presStyleIdx="0" presStyleCnt="7" custScaleY="265541" custLinFactNeighborX="-5485" custLinFactNeighborY="21941">
        <dgm:presLayoutVars>
          <dgm:chPref val="3"/>
        </dgm:presLayoutVars>
      </dgm:prSet>
      <dgm:spPr/>
    </dgm:pt>
    <dgm:pt modelId="{786C8F3D-ABD3-4F22-9491-1BD49A22E41D}" type="pres">
      <dgm:prSet presAssocID="{CE5638A0-7177-44A2-B38E-D96942A22BF3}" presName="rootConnector" presStyleLbl="node4" presStyleIdx="0" presStyleCnt="7"/>
      <dgm:spPr/>
    </dgm:pt>
    <dgm:pt modelId="{1A798F41-9D1B-424B-BAC9-546D8D38C1CE}" type="pres">
      <dgm:prSet presAssocID="{CE5638A0-7177-44A2-B38E-D96942A22BF3}" presName="hierChild4" presStyleCnt="0"/>
      <dgm:spPr/>
    </dgm:pt>
    <dgm:pt modelId="{8F8E3A3E-A06A-49F1-8270-F85561C75658}" type="pres">
      <dgm:prSet presAssocID="{CE5638A0-7177-44A2-B38E-D96942A22BF3}" presName="hierChild5" presStyleCnt="0"/>
      <dgm:spPr/>
    </dgm:pt>
    <dgm:pt modelId="{79466ECC-6897-44F4-9E4A-DFEAE74E85AE}" type="pres">
      <dgm:prSet presAssocID="{C651BC53-5614-46E3-8ADC-3783DDE2E054}" presName="hierChild5" presStyleCnt="0"/>
      <dgm:spPr/>
    </dgm:pt>
    <dgm:pt modelId="{C0A96059-6EAE-4300-9C81-E67503427AE1}" type="pres">
      <dgm:prSet presAssocID="{8E9D6226-78EB-43F9-AC66-F68C327C5F01}" presName="hierChild5" presStyleCnt="0"/>
      <dgm:spPr/>
    </dgm:pt>
    <dgm:pt modelId="{ED81DE5E-D8B7-46B6-80A0-D53904116258}" type="pres">
      <dgm:prSet presAssocID="{64E92BB6-6A4B-4042-97A5-C92B40AC66B9}" presName="Name37" presStyleLbl="parChTrans1D2" presStyleIdx="1" presStyleCnt="7"/>
      <dgm:spPr/>
    </dgm:pt>
    <dgm:pt modelId="{F7970130-A69D-4D5E-B431-591C4DF57075}" type="pres">
      <dgm:prSet presAssocID="{82398A22-69A2-4B16-8A6F-BE09DEA14841}" presName="hierRoot2" presStyleCnt="0">
        <dgm:presLayoutVars>
          <dgm:hierBranch val="init"/>
        </dgm:presLayoutVars>
      </dgm:prSet>
      <dgm:spPr/>
    </dgm:pt>
    <dgm:pt modelId="{7CFF814C-302C-4C55-86BC-4720B7EB915A}" type="pres">
      <dgm:prSet presAssocID="{82398A22-69A2-4B16-8A6F-BE09DEA14841}" presName="rootComposite" presStyleCnt="0"/>
      <dgm:spPr/>
    </dgm:pt>
    <dgm:pt modelId="{4AD35D22-11FD-4D04-BF9E-5FDD19395E70}" type="pres">
      <dgm:prSet presAssocID="{82398A22-69A2-4B16-8A6F-BE09DEA14841}" presName="rootText" presStyleLbl="node2" presStyleIdx="1" presStyleCnt="7" custLinFactNeighborY="36148">
        <dgm:presLayoutVars>
          <dgm:chPref val="3"/>
        </dgm:presLayoutVars>
      </dgm:prSet>
      <dgm:spPr/>
    </dgm:pt>
    <dgm:pt modelId="{40B8A174-6BEC-42AE-9F7E-F45E5EDD430E}" type="pres">
      <dgm:prSet presAssocID="{82398A22-69A2-4B16-8A6F-BE09DEA14841}" presName="rootConnector" presStyleLbl="node2" presStyleIdx="1" presStyleCnt="7"/>
      <dgm:spPr/>
    </dgm:pt>
    <dgm:pt modelId="{44F183F8-EE29-4A37-B873-DE29060221CD}" type="pres">
      <dgm:prSet presAssocID="{82398A22-69A2-4B16-8A6F-BE09DEA14841}" presName="hierChild4" presStyleCnt="0"/>
      <dgm:spPr/>
    </dgm:pt>
    <dgm:pt modelId="{54342B57-19A3-46AC-B549-EC1774173FFD}" type="pres">
      <dgm:prSet presAssocID="{ACAEB3A5-A405-4C84-8A68-59B00DB65554}" presName="Name37" presStyleLbl="parChTrans1D3" presStyleIdx="1" presStyleCnt="7"/>
      <dgm:spPr/>
    </dgm:pt>
    <dgm:pt modelId="{E5606802-BC9C-432C-BC29-7B08AA6E8FF4}" type="pres">
      <dgm:prSet presAssocID="{FF49B230-FC33-42FD-8C0B-22952C010C16}" presName="hierRoot2" presStyleCnt="0">
        <dgm:presLayoutVars>
          <dgm:hierBranch val="init"/>
        </dgm:presLayoutVars>
      </dgm:prSet>
      <dgm:spPr/>
    </dgm:pt>
    <dgm:pt modelId="{B8B28B04-B09A-4D37-A822-0944F260FAD3}" type="pres">
      <dgm:prSet presAssocID="{FF49B230-FC33-42FD-8C0B-22952C010C16}" presName="rootComposite" presStyleCnt="0"/>
      <dgm:spPr/>
    </dgm:pt>
    <dgm:pt modelId="{C8815E2C-77D4-47D7-A8A0-15762D70669A}" type="pres">
      <dgm:prSet presAssocID="{FF49B230-FC33-42FD-8C0B-22952C010C16}" presName="rootText" presStyleLbl="node3" presStyleIdx="1" presStyleCnt="7" custScaleY="271412" custLinFactNeighborX="21256" custLinFactNeighborY="40331">
        <dgm:presLayoutVars>
          <dgm:chPref val="3"/>
        </dgm:presLayoutVars>
      </dgm:prSet>
      <dgm:spPr/>
    </dgm:pt>
    <dgm:pt modelId="{1FDF16B7-D028-49F1-A757-F21A04632F00}" type="pres">
      <dgm:prSet presAssocID="{FF49B230-FC33-42FD-8C0B-22952C010C16}" presName="rootConnector" presStyleLbl="node3" presStyleIdx="1" presStyleCnt="7"/>
      <dgm:spPr/>
    </dgm:pt>
    <dgm:pt modelId="{D9778A55-AC83-4CEE-AFDC-C36F1A84FC96}" type="pres">
      <dgm:prSet presAssocID="{FF49B230-FC33-42FD-8C0B-22952C010C16}" presName="hierChild4" presStyleCnt="0"/>
      <dgm:spPr/>
    </dgm:pt>
    <dgm:pt modelId="{7BC80C49-7F72-49DB-9B56-7D4BDD033122}" type="pres">
      <dgm:prSet presAssocID="{2F416ACB-E311-4E62-B0B8-D02AC93E29B4}" presName="Name37" presStyleLbl="parChTrans1D4" presStyleIdx="1" presStyleCnt="7"/>
      <dgm:spPr/>
    </dgm:pt>
    <dgm:pt modelId="{42ABED44-0A78-4DD7-A2EB-CE7ECC03EFD3}" type="pres">
      <dgm:prSet presAssocID="{A1355C76-E77F-45FF-B17C-E0F96B4434F5}" presName="hierRoot2" presStyleCnt="0">
        <dgm:presLayoutVars>
          <dgm:hierBranch val="init"/>
        </dgm:presLayoutVars>
      </dgm:prSet>
      <dgm:spPr/>
    </dgm:pt>
    <dgm:pt modelId="{5E4547F8-98BB-4581-A6E1-8EC275AB5C93}" type="pres">
      <dgm:prSet presAssocID="{A1355C76-E77F-45FF-B17C-E0F96B4434F5}" presName="rootComposite" presStyleCnt="0"/>
      <dgm:spPr/>
    </dgm:pt>
    <dgm:pt modelId="{90052F89-705B-43F2-B59C-2D17272EB98D}" type="pres">
      <dgm:prSet presAssocID="{A1355C76-E77F-45FF-B17C-E0F96B4434F5}" presName="rootText" presStyleLbl="node4" presStyleIdx="1" presStyleCnt="7" custScaleY="265541" custLinFactNeighborX="-5485" custLinFactNeighborY="21941">
        <dgm:presLayoutVars>
          <dgm:chPref val="3"/>
        </dgm:presLayoutVars>
      </dgm:prSet>
      <dgm:spPr/>
    </dgm:pt>
    <dgm:pt modelId="{46116271-2D92-49BD-85A5-FDB3477B04FD}" type="pres">
      <dgm:prSet presAssocID="{A1355C76-E77F-45FF-B17C-E0F96B4434F5}" presName="rootConnector" presStyleLbl="node4" presStyleIdx="1" presStyleCnt="7"/>
      <dgm:spPr/>
    </dgm:pt>
    <dgm:pt modelId="{07CC30CF-570A-4DFD-BC20-A63859DE6189}" type="pres">
      <dgm:prSet presAssocID="{A1355C76-E77F-45FF-B17C-E0F96B4434F5}" presName="hierChild4" presStyleCnt="0"/>
      <dgm:spPr/>
    </dgm:pt>
    <dgm:pt modelId="{C04AA463-4222-4A7E-9AE7-BD1032A10CD2}" type="pres">
      <dgm:prSet presAssocID="{A1355C76-E77F-45FF-B17C-E0F96B4434F5}" presName="hierChild5" presStyleCnt="0"/>
      <dgm:spPr/>
    </dgm:pt>
    <dgm:pt modelId="{6D6B09E5-267C-4898-B854-E0387BB72AB2}" type="pres">
      <dgm:prSet presAssocID="{FF49B230-FC33-42FD-8C0B-22952C010C16}" presName="hierChild5" presStyleCnt="0"/>
      <dgm:spPr/>
    </dgm:pt>
    <dgm:pt modelId="{1E4134F1-9428-4755-A3AC-6ED43B7918BF}" type="pres">
      <dgm:prSet presAssocID="{82398A22-69A2-4B16-8A6F-BE09DEA14841}" presName="hierChild5" presStyleCnt="0"/>
      <dgm:spPr/>
    </dgm:pt>
    <dgm:pt modelId="{E2B4B12E-32DE-4E86-B2B3-222E5F3A444D}" type="pres">
      <dgm:prSet presAssocID="{B9B6B68D-BA17-47C7-A883-B06520770FEA}" presName="Name37" presStyleLbl="parChTrans1D2" presStyleIdx="2" presStyleCnt="7"/>
      <dgm:spPr/>
    </dgm:pt>
    <dgm:pt modelId="{15D276B5-3488-4F7D-B81D-41BE3930D29D}" type="pres">
      <dgm:prSet presAssocID="{D55D380B-941C-4C7B-8467-CF3C2CCEE61B}" presName="hierRoot2" presStyleCnt="0">
        <dgm:presLayoutVars>
          <dgm:hierBranch val="init"/>
        </dgm:presLayoutVars>
      </dgm:prSet>
      <dgm:spPr/>
    </dgm:pt>
    <dgm:pt modelId="{BF8A0377-B647-4C0E-AC0F-9611D7C356D4}" type="pres">
      <dgm:prSet presAssocID="{D55D380B-941C-4C7B-8467-CF3C2CCEE61B}" presName="rootComposite" presStyleCnt="0"/>
      <dgm:spPr/>
    </dgm:pt>
    <dgm:pt modelId="{27FED2AD-BA54-41F8-BCF2-629D616ABDAF}" type="pres">
      <dgm:prSet presAssocID="{D55D380B-941C-4C7B-8467-CF3C2CCEE61B}" presName="rootText" presStyleLbl="node2" presStyleIdx="2" presStyleCnt="7" custLinFactNeighborY="36148">
        <dgm:presLayoutVars>
          <dgm:chPref val="3"/>
        </dgm:presLayoutVars>
      </dgm:prSet>
      <dgm:spPr/>
    </dgm:pt>
    <dgm:pt modelId="{1E916CF1-06A6-42EB-BFE0-60DCDC4893E9}" type="pres">
      <dgm:prSet presAssocID="{D55D380B-941C-4C7B-8467-CF3C2CCEE61B}" presName="rootConnector" presStyleLbl="node2" presStyleIdx="2" presStyleCnt="7"/>
      <dgm:spPr/>
    </dgm:pt>
    <dgm:pt modelId="{2498A2AD-7326-44EF-AEF9-8C1C0D2B710B}" type="pres">
      <dgm:prSet presAssocID="{D55D380B-941C-4C7B-8467-CF3C2CCEE61B}" presName="hierChild4" presStyleCnt="0"/>
      <dgm:spPr/>
    </dgm:pt>
    <dgm:pt modelId="{53C7D2D2-2EBA-493A-A573-5121F3F3AFB8}" type="pres">
      <dgm:prSet presAssocID="{EB61C1F1-6CC0-48F4-A317-0ED2F3904E07}" presName="Name37" presStyleLbl="parChTrans1D3" presStyleIdx="2" presStyleCnt="7"/>
      <dgm:spPr/>
    </dgm:pt>
    <dgm:pt modelId="{5A7B7249-31FD-4F5A-BC9F-BE97AFB0D58E}" type="pres">
      <dgm:prSet presAssocID="{4A0CB690-C5F2-4BA4-B2D9-A731E2EFA21E}" presName="hierRoot2" presStyleCnt="0">
        <dgm:presLayoutVars>
          <dgm:hierBranch val="init"/>
        </dgm:presLayoutVars>
      </dgm:prSet>
      <dgm:spPr/>
    </dgm:pt>
    <dgm:pt modelId="{A9DE8E27-042C-4684-BD2D-301F3B5D2C9D}" type="pres">
      <dgm:prSet presAssocID="{4A0CB690-C5F2-4BA4-B2D9-A731E2EFA21E}" presName="rootComposite" presStyleCnt="0"/>
      <dgm:spPr/>
    </dgm:pt>
    <dgm:pt modelId="{4DB0FEA4-7BF2-44EA-8EE9-52E26FF28C01}" type="pres">
      <dgm:prSet presAssocID="{4A0CB690-C5F2-4BA4-B2D9-A731E2EFA21E}" presName="rootText" presStyleLbl="node3" presStyleIdx="2" presStyleCnt="7" custScaleY="271412" custLinFactNeighborX="21256" custLinFactNeighborY="40331">
        <dgm:presLayoutVars>
          <dgm:chPref val="3"/>
        </dgm:presLayoutVars>
      </dgm:prSet>
      <dgm:spPr/>
    </dgm:pt>
    <dgm:pt modelId="{E181EB7C-19F2-4D9F-A2D7-CDA3CDC02434}" type="pres">
      <dgm:prSet presAssocID="{4A0CB690-C5F2-4BA4-B2D9-A731E2EFA21E}" presName="rootConnector" presStyleLbl="node3" presStyleIdx="2" presStyleCnt="7"/>
      <dgm:spPr/>
    </dgm:pt>
    <dgm:pt modelId="{6DD66CDC-1A99-4071-80CB-D7F15ECAB064}" type="pres">
      <dgm:prSet presAssocID="{4A0CB690-C5F2-4BA4-B2D9-A731E2EFA21E}" presName="hierChild4" presStyleCnt="0"/>
      <dgm:spPr/>
    </dgm:pt>
    <dgm:pt modelId="{27DBD288-82F1-440F-AEA6-E94692E979E0}" type="pres">
      <dgm:prSet presAssocID="{D8311374-1D57-4258-8248-9148A0679349}" presName="Name37" presStyleLbl="parChTrans1D4" presStyleIdx="2" presStyleCnt="7"/>
      <dgm:spPr/>
    </dgm:pt>
    <dgm:pt modelId="{66DF7921-7161-4D4B-A0EA-BFBE31943D03}" type="pres">
      <dgm:prSet presAssocID="{945B4BEF-A84B-4586-93A8-247A1DE5422A}" presName="hierRoot2" presStyleCnt="0">
        <dgm:presLayoutVars>
          <dgm:hierBranch val="init"/>
        </dgm:presLayoutVars>
      </dgm:prSet>
      <dgm:spPr/>
    </dgm:pt>
    <dgm:pt modelId="{3B04E12F-D781-45E7-A9C3-A0DB103EDB3C}" type="pres">
      <dgm:prSet presAssocID="{945B4BEF-A84B-4586-93A8-247A1DE5422A}" presName="rootComposite" presStyleCnt="0"/>
      <dgm:spPr/>
    </dgm:pt>
    <dgm:pt modelId="{E017BDEB-56C8-487C-A488-0AAB12480ED8}" type="pres">
      <dgm:prSet presAssocID="{945B4BEF-A84B-4586-93A8-247A1DE5422A}" presName="rootText" presStyleLbl="node4" presStyleIdx="2" presStyleCnt="7" custScaleY="265541" custLinFactNeighborX="-5485" custLinFactNeighborY="21941">
        <dgm:presLayoutVars>
          <dgm:chPref val="3"/>
        </dgm:presLayoutVars>
      </dgm:prSet>
      <dgm:spPr/>
    </dgm:pt>
    <dgm:pt modelId="{1BD81339-00B7-44B3-A7E7-AC604722A71E}" type="pres">
      <dgm:prSet presAssocID="{945B4BEF-A84B-4586-93A8-247A1DE5422A}" presName="rootConnector" presStyleLbl="node4" presStyleIdx="2" presStyleCnt="7"/>
      <dgm:spPr/>
    </dgm:pt>
    <dgm:pt modelId="{0BE7CF75-8144-4E77-A3A9-B80C023DF397}" type="pres">
      <dgm:prSet presAssocID="{945B4BEF-A84B-4586-93A8-247A1DE5422A}" presName="hierChild4" presStyleCnt="0"/>
      <dgm:spPr/>
    </dgm:pt>
    <dgm:pt modelId="{AF113BE0-7996-4EF2-9018-259D3A8E826E}" type="pres">
      <dgm:prSet presAssocID="{945B4BEF-A84B-4586-93A8-247A1DE5422A}" presName="hierChild5" presStyleCnt="0"/>
      <dgm:spPr/>
    </dgm:pt>
    <dgm:pt modelId="{B2D01604-F2D7-4F26-B361-F20E7D7ACB48}" type="pres">
      <dgm:prSet presAssocID="{4A0CB690-C5F2-4BA4-B2D9-A731E2EFA21E}" presName="hierChild5" presStyleCnt="0"/>
      <dgm:spPr/>
    </dgm:pt>
    <dgm:pt modelId="{77516A39-EFBC-4CAC-9269-0B056F8A4683}" type="pres">
      <dgm:prSet presAssocID="{D55D380B-941C-4C7B-8467-CF3C2CCEE61B}" presName="hierChild5" presStyleCnt="0"/>
      <dgm:spPr/>
    </dgm:pt>
    <dgm:pt modelId="{4EA902B8-BD47-4A05-AF0F-8D8ABE29B770}" type="pres">
      <dgm:prSet presAssocID="{8E13B71C-7893-4B04-B3E5-26414E746C19}" presName="Name37" presStyleLbl="parChTrans1D2" presStyleIdx="3" presStyleCnt="7"/>
      <dgm:spPr/>
    </dgm:pt>
    <dgm:pt modelId="{96BB0057-6803-4C32-AD73-79BB8BD10220}" type="pres">
      <dgm:prSet presAssocID="{195D2F77-B658-4E69-B184-2B0FADEF78BE}" presName="hierRoot2" presStyleCnt="0">
        <dgm:presLayoutVars>
          <dgm:hierBranch val="init"/>
        </dgm:presLayoutVars>
      </dgm:prSet>
      <dgm:spPr/>
    </dgm:pt>
    <dgm:pt modelId="{B93ED8AB-F05D-4B76-AEFD-2799510C9DE4}" type="pres">
      <dgm:prSet presAssocID="{195D2F77-B658-4E69-B184-2B0FADEF78BE}" presName="rootComposite" presStyleCnt="0"/>
      <dgm:spPr/>
    </dgm:pt>
    <dgm:pt modelId="{A310E87F-0358-44CC-BAE7-7AA3B667F5D2}" type="pres">
      <dgm:prSet presAssocID="{195D2F77-B658-4E69-B184-2B0FADEF78BE}" presName="rootText" presStyleLbl="node2" presStyleIdx="3" presStyleCnt="7" custLinFactNeighborY="36148">
        <dgm:presLayoutVars>
          <dgm:chPref val="3"/>
        </dgm:presLayoutVars>
      </dgm:prSet>
      <dgm:spPr/>
    </dgm:pt>
    <dgm:pt modelId="{4394D8AB-586D-4443-B675-F0594929B144}" type="pres">
      <dgm:prSet presAssocID="{195D2F77-B658-4E69-B184-2B0FADEF78BE}" presName="rootConnector" presStyleLbl="node2" presStyleIdx="3" presStyleCnt="7"/>
      <dgm:spPr/>
    </dgm:pt>
    <dgm:pt modelId="{33D962EE-507D-45BF-BB46-5267879DB9BF}" type="pres">
      <dgm:prSet presAssocID="{195D2F77-B658-4E69-B184-2B0FADEF78BE}" presName="hierChild4" presStyleCnt="0"/>
      <dgm:spPr/>
    </dgm:pt>
    <dgm:pt modelId="{1FBB300C-F0E3-4527-89E6-B6B5AB2C09A4}" type="pres">
      <dgm:prSet presAssocID="{DD7137F9-A8D2-4D79-A1D9-7C6D482F65F4}" presName="Name37" presStyleLbl="parChTrans1D3" presStyleIdx="3" presStyleCnt="7"/>
      <dgm:spPr/>
    </dgm:pt>
    <dgm:pt modelId="{53EE937E-6C80-4472-B1FF-FD6B610B8AAC}" type="pres">
      <dgm:prSet presAssocID="{F65D2BCD-E30B-4527-A233-A7DC26A686B8}" presName="hierRoot2" presStyleCnt="0">
        <dgm:presLayoutVars>
          <dgm:hierBranch val="init"/>
        </dgm:presLayoutVars>
      </dgm:prSet>
      <dgm:spPr/>
    </dgm:pt>
    <dgm:pt modelId="{9D7AD1B3-6BF5-4C46-AAC8-D182444BF726}" type="pres">
      <dgm:prSet presAssocID="{F65D2BCD-E30B-4527-A233-A7DC26A686B8}" presName="rootComposite" presStyleCnt="0"/>
      <dgm:spPr/>
    </dgm:pt>
    <dgm:pt modelId="{6C25FF2A-3213-4F40-A2E8-CBB9A5F3C6A6}" type="pres">
      <dgm:prSet presAssocID="{F65D2BCD-E30B-4527-A233-A7DC26A686B8}" presName="rootText" presStyleLbl="node3" presStyleIdx="3" presStyleCnt="7" custScaleY="271412" custLinFactNeighborX="21256" custLinFactNeighborY="40331">
        <dgm:presLayoutVars>
          <dgm:chPref val="3"/>
        </dgm:presLayoutVars>
      </dgm:prSet>
      <dgm:spPr/>
    </dgm:pt>
    <dgm:pt modelId="{270578D9-40CD-4D86-A5DB-1382237DB95F}" type="pres">
      <dgm:prSet presAssocID="{F65D2BCD-E30B-4527-A233-A7DC26A686B8}" presName="rootConnector" presStyleLbl="node3" presStyleIdx="3" presStyleCnt="7"/>
      <dgm:spPr/>
    </dgm:pt>
    <dgm:pt modelId="{EE380902-F67C-4A67-986D-17BF944D144B}" type="pres">
      <dgm:prSet presAssocID="{F65D2BCD-E30B-4527-A233-A7DC26A686B8}" presName="hierChild4" presStyleCnt="0"/>
      <dgm:spPr/>
    </dgm:pt>
    <dgm:pt modelId="{4C2B5E2B-405A-4369-A08C-025CD39E0DEF}" type="pres">
      <dgm:prSet presAssocID="{CCA70F94-6C45-47DC-87B0-542251D7F899}" presName="Name37" presStyleLbl="parChTrans1D4" presStyleIdx="3" presStyleCnt="7"/>
      <dgm:spPr/>
    </dgm:pt>
    <dgm:pt modelId="{486DB9B9-A929-4F06-BD0D-7649C1DC6CC6}" type="pres">
      <dgm:prSet presAssocID="{A0C544E4-F59A-48F9-B563-B2607D737A51}" presName="hierRoot2" presStyleCnt="0">
        <dgm:presLayoutVars>
          <dgm:hierBranch val="init"/>
        </dgm:presLayoutVars>
      </dgm:prSet>
      <dgm:spPr/>
    </dgm:pt>
    <dgm:pt modelId="{F018C079-47D5-4642-85B9-5D5CF20ACA8C}" type="pres">
      <dgm:prSet presAssocID="{A0C544E4-F59A-48F9-B563-B2607D737A51}" presName="rootComposite" presStyleCnt="0"/>
      <dgm:spPr/>
    </dgm:pt>
    <dgm:pt modelId="{D97B857E-CE3E-4173-AF9F-8CC1FEAB7655}" type="pres">
      <dgm:prSet presAssocID="{A0C544E4-F59A-48F9-B563-B2607D737A51}" presName="rootText" presStyleLbl="node4" presStyleIdx="3" presStyleCnt="7" custScaleY="265541" custLinFactNeighborX="-5485" custLinFactNeighborY="21941">
        <dgm:presLayoutVars>
          <dgm:chPref val="3"/>
        </dgm:presLayoutVars>
      </dgm:prSet>
      <dgm:spPr/>
    </dgm:pt>
    <dgm:pt modelId="{E351D621-B281-470C-8950-D47F77665609}" type="pres">
      <dgm:prSet presAssocID="{A0C544E4-F59A-48F9-B563-B2607D737A51}" presName="rootConnector" presStyleLbl="node4" presStyleIdx="3" presStyleCnt="7"/>
      <dgm:spPr/>
    </dgm:pt>
    <dgm:pt modelId="{07D8FFEE-317C-4580-8972-E48F6006A379}" type="pres">
      <dgm:prSet presAssocID="{A0C544E4-F59A-48F9-B563-B2607D737A51}" presName="hierChild4" presStyleCnt="0"/>
      <dgm:spPr/>
    </dgm:pt>
    <dgm:pt modelId="{B0066C8B-9C5E-4ABC-A4D9-7D8B67FDD1B1}" type="pres">
      <dgm:prSet presAssocID="{A0C544E4-F59A-48F9-B563-B2607D737A51}" presName="hierChild5" presStyleCnt="0"/>
      <dgm:spPr/>
    </dgm:pt>
    <dgm:pt modelId="{AF8556EC-C350-4F45-8ADE-3AE7940614C4}" type="pres">
      <dgm:prSet presAssocID="{F65D2BCD-E30B-4527-A233-A7DC26A686B8}" presName="hierChild5" presStyleCnt="0"/>
      <dgm:spPr/>
    </dgm:pt>
    <dgm:pt modelId="{565EDF4C-4EA5-4EA4-A6AC-FB37F68A8780}" type="pres">
      <dgm:prSet presAssocID="{195D2F77-B658-4E69-B184-2B0FADEF78BE}" presName="hierChild5" presStyleCnt="0"/>
      <dgm:spPr/>
    </dgm:pt>
    <dgm:pt modelId="{4709F5BA-5D77-4AF8-A9D8-247884B59E15}" type="pres">
      <dgm:prSet presAssocID="{5C0680A8-0847-4411-8076-85FCF13C2A11}" presName="Name37" presStyleLbl="parChTrans1D2" presStyleIdx="4" presStyleCnt="7"/>
      <dgm:spPr/>
    </dgm:pt>
    <dgm:pt modelId="{3F35AF46-DFC4-4D43-BB49-041820B6ACFB}" type="pres">
      <dgm:prSet presAssocID="{EB20B223-CE0E-461A-AE1C-3E56E2E3AF6D}" presName="hierRoot2" presStyleCnt="0">
        <dgm:presLayoutVars>
          <dgm:hierBranch val="init"/>
        </dgm:presLayoutVars>
      </dgm:prSet>
      <dgm:spPr/>
    </dgm:pt>
    <dgm:pt modelId="{CAD55330-A838-43EB-83BC-C592B5B3DC83}" type="pres">
      <dgm:prSet presAssocID="{EB20B223-CE0E-461A-AE1C-3E56E2E3AF6D}" presName="rootComposite" presStyleCnt="0"/>
      <dgm:spPr/>
    </dgm:pt>
    <dgm:pt modelId="{1C983424-27EF-48C7-9752-A0C9FD214FA8}" type="pres">
      <dgm:prSet presAssocID="{EB20B223-CE0E-461A-AE1C-3E56E2E3AF6D}" presName="rootText" presStyleLbl="node2" presStyleIdx="4" presStyleCnt="7" custLinFactNeighborY="36148">
        <dgm:presLayoutVars>
          <dgm:chPref val="3"/>
        </dgm:presLayoutVars>
      </dgm:prSet>
      <dgm:spPr/>
    </dgm:pt>
    <dgm:pt modelId="{0E0087DD-15D9-4344-9C59-8885927AA6CF}" type="pres">
      <dgm:prSet presAssocID="{EB20B223-CE0E-461A-AE1C-3E56E2E3AF6D}" presName="rootConnector" presStyleLbl="node2" presStyleIdx="4" presStyleCnt="7"/>
      <dgm:spPr/>
    </dgm:pt>
    <dgm:pt modelId="{94EB497A-8BA0-4293-8133-69F04346B5A9}" type="pres">
      <dgm:prSet presAssocID="{EB20B223-CE0E-461A-AE1C-3E56E2E3AF6D}" presName="hierChild4" presStyleCnt="0"/>
      <dgm:spPr/>
    </dgm:pt>
    <dgm:pt modelId="{F372D543-448D-4EF1-839C-68A957BD12FE}" type="pres">
      <dgm:prSet presAssocID="{8D200C3A-A8D1-4983-A484-B9CCF4D5FC76}" presName="Name37" presStyleLbl="parChTrans1D3" presStyleIdx="4" presStyleCnt="7"/>
      <dgm:spPr/>
    </dgm:pt>
    <dgm:pt modelId="{97F8A776-5919-4FE6-90A6-23484D1F408A}" type="pres">
      <dgm:prSet presAssocID="{19FEA656-08D3-4118-8840-ECDCD9508B1D}" presName="hierRoot2" presStyleCnt="0">
        <dgm:presLayoutVars>
          <dgm:hierBranch val="init"/>
        </dgm:presLayoutVars>
      </dgm:prSet>
      <dgm:spPr/>
    </dgm:pt>
    <dgm:pt modelId="{EC29288A-0530-4A88-B7F4-770169D039BD}" type="pres">
      <dgm:prSet presAssocID="{19FEA656-08D3-4118-8840-ECDCD9508B1D}" presName="rootComposite" presStyleCnt="0"/>
      <dgm:spPr/>
    </dgm:pt>
    <dgm:pt modelId="{95410931-8B58-4534-A9BF-E607FB36DF4E}" type="pres">
      <dgm:prSet presAssocID="{19FEA656-08D3-4118-8840-ECDCD9508B1D}" presName="rootText" presStyleLbl="node3" presStyleIdx="4" presStyleCnt="7" custScaleY="271412" custLinFactNeighborX="21256" custLinFactNeighborY="40331">
        <dgm:presLayoutVars>
          <dgm:chPref val="3"/>
        </dgm:presLayoutVars>
      </dgm:prSet>
      <dgm:spPr/>
    </dgm:pt>
    <dgm:pt modelId="{A5D6D043-8633-43E3-8319-39869E3957EE}" type="pres">
      <dgm:prSet presAssocID="{19FEA656-08D3-4118-8840-ECDCD9508B1D}" presName="rootConnector" presStyleLbl="node3" presStyleIdx="4" presStyleCnt="7"/>
      <dgm:spPr/>
    </dgm:pt>
    <dgm:pt modelId="{7FCB40BB-2774-4151-98CF-25CED9703240}" type="pres">
      <dgm:prSet presAssocID="{19FEA656-08D3-4118-8840-ECDCD9508B1D}" presName="hierChild4" presStyleCnt="0"/>
      <dgm:spPr/>
    </dgm:pt>
    <dgm:pt modelId="{EDDE3A57-025D-4897-AFFF-751262373EBF}" type="pres">
      <dgm:prSet presAssocID="{96D4B494-CFBE-4DB5-B706-6252BEB17D5C}" presName="Name37" presStyleLbl="parChTrans1D4" presStyleIdx="4" presStyleCnt="7"/>
      <dgm:spPr/>
    </dgm:pt>
    <dgm:pt modelId="{E720681A-3E95-4C1B-9B53-492E69A0D7AD}" type="pres">
      <dgm:prSet presAssocID="{6CD1E062-5DCF-4B9A-A79C-ECDC879E179C}" presName="hierRoot2" presStyleCnt="0">
        <dgm:presLayoutVars>
          <dgm:hierBranch val="init"/>
        </dgm:presLayoutVars>
      </dgm:prSet>
      <dgm:spPr/>
    </dgm:pt>
    <dgm:pt modelId="{11398BFE-492E-42D5-BF12-B1A6CE5D12F9}" type="pres">
      <dgm:prSet presAssocID="{6CD1E062-5DCF-4B9A-A79C-ECDC879E179C}" presName="rootComposite" presStyleCnt="0"/>
      <dgm:spPr/>
    </dgm:pt>
    <dgm:pt modelId="{0F287E40-52E3-4452-946E-79584CD0BED5}" type="pres">
      <dgm:prSet presAssocID="{6CD1E062-5DCF-4B9A-A79C-ECDC879E179C}" presName="rootText" presStyleLbl="node4" presStyleIdx="4" presStyleCnt="7" custScaleY="265541" custLinFactNeighborX="-5485" custLinFactNeighborY="21941">
        <dgm:presLayoutVars>
          <dgm:chPref val="3"/>
        </dgm:presLayoutVars>
      </dgm:prSet>
      <dgm:spPr/>
    </dgm:pt>
    <dgm:pt modelId="{9C7901F8-8872-4F90-92E1-F487A523C69D}" type="pres">
      <dgm:prSet presAssocID="{6CD1E062-5DCF-4B9A-A79C-ECDC879E179C}" presName="rootConnector" presStyleLbl="node4" presStyleIdx="4" presStyleCnt="7"/>
      <dgm:spPr/>
    </dgm:pt>
    <dgm:pt modelId="{D4EDDCDE-46AE-46D2-A121-1524DFECE6E3}" type="pres">
      <dgm:prSet presAssocID="{6CD1E062-5DCF-4B9A-A79C-ECDC879E179C}" presName="hierChild4" presStyleCnt="0"/>
      <dgm:spPr/>
    </dgm:pt>
    <dgm:pt modelId="{3A9C1270-F99A-4914-8EF4-2E8653864159}" type="pres">
      <dgm:prSet presAssocID="{6CD1E062-5DCF-4B9A-A79C-ECDC879E179C}" presName="hierChild5" presStyleCnt="0"/>
      <dgm:spPr/>
    </dgm:pt>
    <dgm:pt modelId="{79F38EF6-079E-4442-9F67-DE4072CDA83A}" type="pres">
      <dgm:prSet presAssocID="{19FEA656-08D3-4118-8840-ECDCD9508B1D}" presName="hierChild5" presStyleCnt="0"/>
      <dgm:spPr/>
    </dgm:pt>
    <dgm:pt modelId="{068464F6-4219-4E05-9090-B609F45B5C4A}" type="pres">
      <dgm:prSet presAssocID="{EB20B223-CE0E-461A-AE1C-3E56E2E3AF6D}" presName="hierChild5" presStyleCnt="0"/>
      <dgm:spPr/>
    </dgm:pt>
    <dgm:pt modelId="{D62FFC95-CD3B-49E9-8DB6-016D704816F1}" type="pres">
      <dgm:prSet presAssocID="{8BE5563C-7540-4F7E-AA7E-DF85A2A61E5A}" presName="Name37" presStyleLbl="parChTrans1D2" presStyleIdx="5" presStyleCnt="7"/>
      <dgm:spPr/>
    </dgm:pt>
    <dgm:pt modelId="{24DD1782-AE9B-4405-AD6F-1695F55E2F1C}" type="pres">
      <dgm:prSet presAssocID="{2B2532C4-D3F8-4F76-AFAE-4D614CC1DB86}" presName="hierRoot2" presStyleCnt="0">
        <dgm:presLayoutVars>
          <dgm:hierBranch val="init"/>
        </dgm:presLayoutVars>
      </dgm:prSet>
      <dgm:spPr/>
    </dgm:pt>
    <dgm:pt modelId="{1116D6A0-A82E-487B-B367-F9261A13E483}" type="pres">
      <dgm:prSet presAssocID="{2B2532C4-D3F8-4F76-AFAE-4D614CC1DB86}" presName="rootComposite" presStyleCnt="0"/>
      <dgm:spPr/>
    </dgm:pt>
    <dgm:pt modelId="{F116D8DA-194A-4467-925B-34EB553EB8E4}" type="pres">
      <dgm:prSet presAssocID="{2B2532C4-D3F8-4F76-AFAE-4D614CC1DB86}" presName="rootText" presStyleLbl="node2" presStyleIdx="5" presStyleCnt="7" custLinFactNeighborY="36148">
        <dgm:presLayoutVars>
          <dgm:chPref val="3"/>
        </dgm:presLayoutVars>
      </dgm:prSet>
      <dgm:spPr/>
    </dgm:pt>
    <dgm:pt modelId="{7C8EA5E5-4F39-4592-AEF9-32BA92942040}" type="pres">
      <dgm:prSet presAssocID="{2B2532C4-D3F8-4F76-AFAE-4D614CC1DB86}" presName="rootConnector" presStyleLbl="node2" presStyleIdx="5" presStyleCnt="7"/>
      <dgm:spPr/>
    </dgm:pt>
    <dgm:pt modelId="{F2BD2825-6E8F-45C8-8803-2ACF00C77D74}" type="pres">
      <dgm:prSet presAssocID="{2B2532C4-D3F8-4F76-AFAE-4D614CC1DB86}" presName="hierChild4" presStyleCnt="0"/>
      <dgm:spPr/>
    </dgm:pt>
    <dgm:pt modelId="{507A2966-56A4-4B36-9830-53CA451C4A83}" type="pres">
      <dgm:prSet presAssocID="{B232C281-D951-4189-A3DB-843B2B626C4E}" presName="Name37" presStyleLbl="parChTrans1D3" presStyleIdx="5" presStyleCnt="7"/>
      <dgm:spPr/>
    </dgm:pt>
    <dgm:pt modelId="{52FEA6B6-CB90-4969-91D1-A640E3C9C9D0}" type="pres">
      <dgm:prSet presAssocID="{35DB84EB-6CCF-4061-AD99-6FCF32C344B2}" presName="hierRoot2" presStyleCnt="0">
        <dgm:presLayoutVars>
          <dgm:hierBranch val="init"/>
        </dgm:presLayoutVars>
      </dgm:prSet>
      <dgm:spPr/>
    </dgm:pt>
    <dgm:pt modelId="{2EA2625C-D20E-4A4B-BE65-549186FF153D}" type="pres">
      <dgm:prSet presAssocID="{35DB84EB-6CCF-4061-AD99-6FCF32C344B2}" presName="rootComposite" presStyleCnt="0"/>
      <dgm:spPr/>
    </dgm:pt>
    <dgm:pt modelId="{D1ACB685-361F-45EC-9A3F-5FAB9EE58D93}" type="pres">
      <dgm:prSet presAssocID="{35DB84EB-6CCF-4061-AD99-6FCF32C344B2}" presName="rootText" presStyleLbl="node3" presStyleIdx="5" presStyleCnt="7" custScaleY="271412" custLinFactNeighborX="21256" custLinFactNeighborY="40331">
        <dgm:presLayoutVars>
          <dgm:chPref val="3"/>
        </dgm:presLayoutVars>
      </dgm:prSet>
      <dgm:spPr/>
    </dgm:pt>
    <dgm:pt modelId="{21E20E5D-3070-4503-8234-C1BD014C69DE}" type="pres">
      <dgm:prSet presAssocID="{35DB84EB-6CCF-4061-AD99-6FCF32C344B2}" presName="rootConnector" presStyleLbl="node3" presStyleIdx="5" presStyleCnt="7"/>
      <dgm:spPr/>
    </dgm:pt>
    <dgm:pt modelId="{08D3DA0E-6E0D-4C05-9BAC-D15AAB1B56FB}" type="pres">
      <dgm:prSet presAssocID="{35DB84EB-6CCF-4061-AD99-6FCF32C344B2}" presName="hierChild4" presStyleCnt="0"/>
      <dgm:spPr/>
    </dgm:pt>
    <dgm:pt modelId="{FD7BFCA9-1E09-42AA-BEB5-C6F0D2373351}" type="pres">
      <dgm:prSet presAssocID="{838B40D0-2828-4810-B956-69B45A77E4B2}" presName="Name37" presStyleLbl="parChTrans1D4" presStyleIdx="5" presStyleCnt="7"/>
      <dgm:spPr/>
    </dgm:pt>
    <dgm:pt modelId="{FC48E12C-A3F2-4C0C-9AB0-12A1861FEA18}" type="pres">
      <dgm:prSet presAssocID="{BFC4D600-0F70-42C6-82B3-5153D3AF7AEC}" presName="hierRoot2" presStyleCnt="0">
        <dgm:presLayoutVars>
          <dgm:hierBranch val="init"/>
        </dgm:presLayoutVars>
      </dgm:prSet>
      <dgm:spPr/>
    </dgm:pt>
    <dgm:pt modelId="{1C0871D2-CECA-4C87-8E90-C68958025414}" type="pres">
      <dgm:prSet presAssocID="{BFC4D600-0F70-42C6-82B3-5153D3AF7AEC}" presName="rootComposite" presStyleCnt="0"/>
      <dgm:spPr/>
    </dgm:pt>
    <dgm:pt modelId="{88850DE1-8808-4773-A155-69AA130E161B}" type="pres">
      <dgm:prSet presAssocID="{BFC4D600-0F70-42C6-82B3-5153D3AF7AEC}" presName="rootText" presStyleLbl="node4" presStyleIdx="5" presStyleCnt="7" custScaleY="265541" custLinFactNeighborX="-5485" custLinFactNeighborY="21941">
        <dgm:presLayoutVars>
          <dgm:chPref val="3"/>
        </dgm:presLayoutVars>
      </dgm:prSet>
      <dgm:spPr/>
    </dgm:pt>
    <dgm:pt modelId="{3C776E97-A297-4602-A9D5-4AAB3A1EFCD9}" type="pres">
      <dgm:prSet presAssocID="{BFC4D600-0F70-42C6-82B3-5153D3AF7AEC}" presName="rootConnector" presStyleLbl="node4" presStyleIdx="5" presStyleCnt="7"/>
      <dgm:spPr/>
    </dgm:pt>
    <dgm:pt modelId="{F23BB3E7-3ADF-463D-BE97-A5A43E106920}" type="pres">
      <dgm:prSet presAssocID="{BFC4D600-0F70-42C6-82B3-5153D3AF7AEC}" presName="hierChild4" presStyleCnt="0"/>
      <dgm:spPr/>
    </dgm:pt>
    <dgm:pt modelId="{4FA90188-741B-454D-B733-881B40C6601D}" type="pres">
      <dgm:prSet presAssocID="{BFC4D600-0F70-42C6-82B3-5153D3AF7AEC}" presName="hierChild5" presStyleCnt="0"/>
      <dgm:spPr/>
    </dgm:pt>
    <dgm:pt modelId="{6AA432BA-3219-41A7-9766-774C99F6D7B7}" type="pres">
      <dgm:prSet presAssocID="{35DB84EB-6CCF-4061-AD99-6FCF32C344B2}" presName="hierChild5" presStyleCnt="0"/>
      <dgm:spPr/>
    </dgm:pt>
    <dgm:pt modelId="{3B8B3AD9-BF05-4DB5-8335-D2577FE5FE3C}" type="pres">
      <dgm:prSet presAssocID="{2B2532C4-D3F8-4F76-AFAE-4D614CC1DB86}" presName="hierChild5" presStyleCnt="0"/>
      <dgm:spPr/>
    </dgm:pt>
    <dgm:pt modelId="{50079A5F-F863-4282-992E-F8D9129C67E0}" type="pres">
      <dgm:prSet presAssocID="{457C1DEB-46CD-4A65-B4C3-DD0A6D2BEFBF}" presName="Name37" presStyleLbl="parChTrans1D2" presStyleIdx="6" presStyleCnt="7"/>
      <dgm:spPr/>
    </dgm:pt>
    <dgm:pt modelId="{754B8EF0-8CA6-4CE1-AC14-7898FADCC71F}" type="pres">
      <dgm:prSet presAssocID="{B5E3F6B0-F000-4EF2-9E38-5E16BE758BA7}" presName="hierRoot2" presStyleCnt="0">
        <dgm:presLayoutVars>
          <dgm:hierBranch val="init"/>
        </dgm:presLayoutVars>
      </dgm:prSet>
      <dgm:spPr/>
    </dgm:pt>
    <dgm:pt modelId="{34AD9774-7064-4575-9602-BA2811282D7E}" type="pres">
      <dgm:prSet presAssocID="{B5E3F6B0-F000-4EF2-9E38-5E16BE758BA7}" presName="rootComposite" presStyleCnt="0"/>
      <dgm:spPr/>
    </dgm:pt>
    <dgm:pt modelId="{0382AB55-A748-4DE4-93C9-33E2E11931DA}" type="pres">
      <dgm:prSet presAssocID="{B5E3F6B0-F000-4EF2-9E38-5E16BE758BA7}" presName="rootText" presStyleLbl="node2" presStyleIdx="6" presStyleCnt="7" custLinFactNeighborY="36148">
        <dgm:presLayoutVars>
          <dgm:chPref val="3"/>
        </dgm:presLayoutVars>
      </dgm:prSet>
      <dgm:spPr/>
    </dgm:pt>
    <dgm:pt modelId="{E03B4BA7-E774-4D0E-B09B-AE59202FBE0B}" type="pres">
      <dgm:prSet presAssocID="{B5E3F6B0-F000-4EF2-9E38-5E16BE758BA7}" presName="rootConnector" presStyleLbl="node2" presStyleIdx="6" presStyleCnt="7"/>
      <dgm:spPr/>
    </dgm:pt>
    <dgm:pt modelId="{F0369149-7F62-422B-A31F-46AB085D0304}" type="pres">
      <dgm:prSet presAssocID="{B5E3F6B0-F000-4EF2-9E38-5E16BE758BA7}" presName="hierChild4" presStyleCnt="0"/>
      <dgm:spPr/>
    </dgm:pt>
    <dgm:pt modelId="{30363481-18D7-4414-909A-8B12586D990B}" type="pres">
      <dgm:prSet presAssocID="{D82C6A5C-3D53-49BA-8928-4C1BE7FFD061}" presName="Name37" presStyleLbl="parChTrans1D3" presStyleIdx="6" presStyleCnt="7"/>
      <dgm:spPr/>
    </dgm:pt>
    <dgm:pt modelId="{35A8ED20-E21F-4304-98D7-25CC85B49369}" type="pres">
      <dgm:prSet presAssocID="{0F779633-8A3D-4487-9D54-A67C8741F741}" presName="hierRoot2" presStyleCnt="0">
        <dgm:presLayoutVars>
          <dgm:hierBranch val="init"/>
        </dgm:presLayoutVars>
      </dgm:prSet>
      <dgm:spPr/>
    </dgm:pt>
    <dgm:pt modelId="{3B299840-564A-435E-A414-5A00650621C6}" type="pres">
      <dgm:prSet presAssocID="{0F779633-8A3D-4487-9D54-A67C8741F741}" presName="rootComposite" presStyleCnt="0"/>
      <dgm:spPr/>
    </dgm:pt>
    <dgm:pt modelId="{89BADF1B-2A65-4FA9-A5F9-BA27D75D49B9}" type="pres">
      <dgm:prSet presAssocID="{0F779633-8A3D-4487-9D54-A67C8741F741}" presName="rootText" presStyleLbl="node3" presStyleIdx="6" presStyleCnt="7" custScaleY="271412" custLinFactNeighborX="21256" custLinFactNeighborY="40331">
        <dgm:presLayoutVars>
          <dgm:chPref val="3"/>
        </dgm:presLayoutVars>
      </dgm:prSet>
      <dgm:spPr/>
    </dgm:pt>
    <dgm:pt modelId="{F609646F-10FB-49FA-A52C-4845770BD21E}" type="pres">
      <dgm:prSet presAssocID="{0F779633-8A3D-4487-9D54-A67C8741F741}" presName="rootConnector" presStyleLbl="node3" presStyleIdx="6" presStyleCnt="7"/>
      <dgm:spPr/>
    </dgm:pt>
    <dgm:pt modelId="{D4D17083-9ACB-4F68-8A1B-EDF1C2E2881F}" type="pres">
      <dgm:prSet presAssocID="{0F779633-8A3D-4487-9D54-A67C8741F741}" presName="hierChild4" presStyleCnt="0"/>
      <dgm:spPr/>
    </dgm:pt>
    <dgm:pt modelId="{465F9A7E-9682-48FA-97A8-A74BFAA31967}" type="pres">
      <dgm:prSet presAssocID="{03231134-36F3-4518-8E86-164D15D1F77A}" presName="Name37" presStyleLbl="parChTrans1D4" presStyleIdx="6" presStyleCnt="7"/>
      <dgm:spPr/>
    </dgm:pt>
    <dgm:pt modelId="{FF8E4D29-60C2-4E33-B655-3A1D116B09C5}" type="pres">
      <dgm:prSet presAssocID="{7892832A-D376-44E4-B169-379668AD14F3}" presName="hierRoot2" presStyleCnt="0">
        <dgm:presLayoutVars>
          <dgm:hierBranch val="init"/>
        </dgm:presLayoutVars>
      </dgm:prSet>
      <dgm:spPr/>
    </dgm:pt>
    <dgm:pt modelId="{DE93F1EB-FFF1-448A-99A8-F92040141F09}" type="pres">
      <dgm:prSet presAssocID="{7892832A-D376-44E4-B169-379668AD14F3}" presName="rootComposite" presStyleCnt="0"/>
      <dgm:spPr/>
    </dgm:pt>
    <dgm:pt modelId="{46BFAF2C-49CA-46A1-B0D6-1D9ECA9F8360}" type="pres">
      <dgm:prSet presAssocID="{7892832A-D376-44E4-B169-379668AD14F3}" presName="rootText" presStyleLbl="node4" presStyleIdx="6" presStyleCnt="7" custScaleY="265541" custLinFactNeighborX="-5485" custLinFactNeighborY="21941">
        <dgm:presLayoutVars>
          <dgm:chPref val="3"/>
        </dgm:presLayoutVars>
      </dgm:prSet>
      <dgm:spPr/>
    </dgm:pt>
    <dgm:pt modelId="{CE981E13-BE02-4DD3-9252-0E8002B1EFC5}" type="pres">
      <dgm:prSet presAssocID="{7892832A-D376-44E4-B169-379668AD14F3}" presName="rootConnector" presStyleLbl="node4" presStyleIdx="6" presStyleCnt="7"/>
      <dgm:spPr/>
    </dgm:pt>
    <dgm:pt modelId="{4E3D694B-AF46-43C8-AE1D-257AD1F21796}" type="pres">
      <dgm:prSet presAssocID="{7892832A-D376-44E4-B169-379668AD14F3}" presName="hierChild4" presStyleCnt="0"/>
      <dgm:spPr/>
    </dgm:pt>
    <dgm:pt modelId="{EC64E6AA-D3DE-4DF3-A3D7-A1B2532AEBDB}" type="pres">
      <dgm:prSet presAssocID="{7892832A-D376-44E4-B169-379668AD14F3}" presName="hierChild5" presStyleCnt="0"/>
      <dgm:spPr/>
    </dgm:pt>
    <dgm:pt modelId="{73355BC3-9A0B-401E-91B4-461C4D917F63}" type="pres">
      <dgm:prSet presAssocID="{0F779633-8A3D-4487-9D54-A67C8741F741}" presName="hierChild5" presStyleCnt="0"/>
      <dgm:spPr/>
    </dgm:pt>
    <dgm:pt modelId="{2D5D4D04-8EBD-4356-9D20-228B739DAA8D}" type="pres">
      <dgm:prSet presAssocID="{B5E3F6B0-F000-4EF2-9E38-5E16BE758BA7}" presName="hierChild5" presStyleCnt="0"/>
      <dgm:spPr/>
    </dgm:pt>
    <dgm:pt modelId="{5B6812A2-B7C4-4D79-B60B-6756E1FADCCA}" type="pres">
      <dgm:prSet presAssocID="{88B20BB6-591B-469B-B631-290FDB237945}" presName="hierChild3" presStyleCnt="0"/>
      <dgm:spPr/>
    </dgm:pt>
  </dgm:ptLst>
  <dgm:cxnLst>
    <dgm:cxn modelId="{F4F55F0B-B45A-484D-B4C5-2ED3ECE62561}" type="presOf" srcId="{CE5638A0-7177-44A2-B38E-D96942A22BF3}" destId="{786C8F3D-ABD3-4F22-9491-1BD49A22E41D}" srcOrd="1" destOrd="0" presId="urn:microsoft.com/office/officeart/2005/8/layout/orgChart1"/>
    <dgm:cxn modelId="{9BC0A212-677E-4D57-988B-96129452910D}" srcId="{88B20BB6-591B-469B-B631-290FDB237945}" destId="{B5E3F6B0-F000-4EF2-9E38-5E16BE758BA7}" srcOrd="6" destOrd="0" parTransId="{457C1DEB-46CD-4A65-B4C3-DD0A6D2BEFBF}" sibTransId="{84C8A7DC-DF74-49E2-B9FD-3A23B1DB9772}"/>
    <dgm:cxn modelId="{D2BFD217-30A8-4C2C-977E-1369BEC22E46}" type="presOf" srcId="{35DB84EB-6CCF-4061-AD99-6FCF32C344B2}" destId="{D1ACB685-361F-45EC-9A3F-5FAB9EE58D93}" srcOrd="0" destOrd="0" presId="urn:microsoft.com/office/officeart/2005/8/layout/orgChart1"/>
    <dgm:cxn modelId="{0EBEEA18-7A63-48B7-A4EC-0EC9C9CBB967}" type="presOf" srcId="{B5E3F6B0-F000-4EF2-9E38-5E16BE758BA7}" destId="{E03B4BA7-E774-4D0E-B09B-AE59202FBE0B}" srcOrd="1" destOrd="0" presId="urn:microsoft.com/office/officeart/2005/8/layout/orgChart1"/>
    <dgm:cxn modelId="{F931C21B-0B91-4906-BBAF-96AC87FF8C35}" srcId="{C651BC53-5614-46E3-8ADC-3783DDE2E054}" destId="{CE5638A0-7177-44A2-B38E-D96942A22BF3}" srcOrd="0" destOrd="0" parTransId="{7C437410-E66F-4D42-93F8-EB1CFFC9EA23}" sibTransId="{636CFDF3-7579-4950-96DD-B803C7D26D94}"/>
    <dgm:cxn modelId="{8DFC0021-7466-4ACF-8ED9-8A0A31D6D0FD}" type="presOf" srcId="{A0C544E4-F59A-48F9-B563-B2607D737A51}" destId="{E351D621-B281-470C-8950-D47F77665609}" srcOrd="1" destOrd="0" presId="urn:microsoft.com/office/officeart/2005/8/layout/orgChart1"/>
    <dgm:cxn modelId="{FFF1A621-0D95-41E3-9F56-D1680C693128}" type="presOf" srcId="{D55D380B-941C-4C7B-8467-CF3C2CCEE61B}" destId="{27FED2AD-BA54-41F8-BCF2-629D616ABDAF}" srcOrd="0" destOrd="0" presId="urn:microsoft.com/office/officeart/2005/8/layout/orgChart1"/>
    <dgm:cxn modelId="{DB3A7124-2A23-4135-8EFD-B43545A17D18}" type="presOf" srcId="{82398A22-69A2-4B16-8A6F-BE09DEA14841}" destId="{4AD35D22-11FD-4D04-BF9E-5FDD19395E70}" srcOrd="0" destOrd="0" presId="urn:microsoft.com/office/officeart/2005/8/layout/orgChart1"/>
    <dgm:cxn modelId="{C84DFC27-8B3B-4DF3-B987-B2451AA98EEB}" type="presOf" srcId="{64E92BB6-6A4B-4042-97A5-C92B40AC66B9}" destId="{ED81DE5E-D8B7-46B6-80A0-D53904116258}" srcOrd="0" destOrd="0" presId="urn:microsoft.com/office/officeart/2005/8/layout/orgChart1"/>
    <dgm:cxn modelId="{FB95A22B-A942-4A54-9FA4-2281BE076835}" type="presOf" srcId="{6CD1E062-5DCF-4B9A-A79C-ECDC879E179C}" destId="{9C7901F8-8872-4F90-92E1-F487A523C69D}" srcOrd="1" destOrd="0" presId="urn:microsoft.com/office/officeart/2005/8/layout/orgChart1"/>
    <dgm:cxn modelId="{1186DE30-001C-4B12-BCEE-FFD29FD39CA4}" type="presOf" srcId="{945B4BEF-A84B-4586-93A8-247A1DE5422A}" destId="{E017BDEB-56C8-487C-A488-0AAB12480ED8}" srcOrd="0" destOrd="0" presId="urn:microsoft.com/office/officeart/2005/8/layout/orgChart1"/>
    <dgm:cxn modelId="{E0A9A934-ACA0-4D25-99B8-7297B01BF819}" type="presOf" srcId="{D82C6A5C-3D53-49BA-8928-4C1BE7FFD061}" destId="{30363481-18D7-4414-909A-8B12586D990B}" srcOrd="0" destOrd="0" presId="urn:microsoft.com/office/officeart/2005/8/layout/orgChart1"/>
    <dgm:cxn modelId="{4F085D35-A840-4D68-B675-1ACD622F8757}" srcId="{88B20BB6-591B-469B-B631-290FDB237945}" destId="{195D2F77-B658-4E69-B184-2B0FADEF78BE}" srcOrd="3" destOrd="0" parTransId="{8E13B71C-7893-4B04-B3E5-26414E746C19}" sibTransId="{91FF9C04-BC72-438B-9709-DBCE6E4B4A9D}"/>
    <dgm:cxn modelId="{79124F35-CC93-4ADA-873A-121FB38292BE}" type="presOf" srcId="{8E13B71C-7893-4B04-B3E5-26414E746C19}" destId="{4EA902B8-BD47-4A05-AF0F-8D8ABE29B770}" srcOrd="0" destOrd="0" presId="urn:microsoft.com/office/officeart/2005/8/layout/orgChart1"/>
    <dgm:cxn modelId="{A6AA8139-6D93-4BE7-9FC8-A6DC25B4B65D}" srcId="{88B20BB6-591B-469B-B631-290FDB237945}" destId="{82398A22-69A2-4B16-8A6F-BE09DEA14841}" srcOrd="1" destOrd="0" parTransId="{64E92BB6-6A4B-4042-97A5-C92B40AC66B9}" sibTransId="{7B0F50AC-6F1E-4848-8505-550461136107}"/>
    <dgm:cxn modelId="{84641F3A-1A21-4A6F-B671-29E69A7A87E1}" type="presOf" srcId="{7892832A-D376-44E4-B169-379668AD14F3}" destId="{46BFAF2C-49CA-46A1-B0D6-1D9ECA9F8360}" srcOrd="0" destOrd="0" presId="urn:microsoft.com/office/officeart/2005/8/layout/orgChart1"/>
    <dgm:cxn modelId="{A67EC13A-0442-4435-948D-AEF6954F6BF2}" type="presOf" srcId="{2B2532C4-D3F8-4F76-AFAE-4D614CC1DB86}" destId="{F116D8DA-194A-4467-925B-34EB553EB8E4}" srcOrd="0" destOrd="0" presId="urn:microsoft.com/office/officeart/2005/8/layout/orgChart1"/>
    <dgm:cxn modelId="{7E6E3D3C-4302-42A0-A7ED-ABC4E37CA354}" type="presOf" srcId="{C651BC53-5614-46E3-8ADC-3783DDE2E054}" destId="{DAC3B39D-6A6F-49B4-BFE5-9EC100B371A3}" srcOrd="0" destOrd="0" presId="urn:microsoft.com/office/officeart/2005/8/layout/orgChart1"/>
    <dgm:cxn modelId="{8C58F75C-2ED8-4D6F-B021-1DE5C79625B9}" srcId="{2B2532C4-D3F8-4F76-AFAE-4D614CC1DB86}" destId="{35DB84EB-6CCF-4061-AD99-6FCF32C344B2}" srcOrd="0" destOrd="0" parTransId="{B232C281-D951-4189-A3DB-843B2B626C4E}" sibTransId="{0875D487-EDFA-4FE3-B5C0-E2A82FF5E703}"/>
    <dgm:cxn modelId="{90A7205D-1037-41BF-BEB0-BAEB5EADAC57}" type="presOf" srcId="{EB61C1F1-6CC0-48F4-A317-0ED2F3904E07}" destId="{53C7D2D2-2EBA-493A-A573-5121F3F3AFB8}" srcOrd="0" destOrd="0" presId="urn:microsoft.com/office/officeart/2005/8/layout/orgChart1"/>
    <dgm:cxn modelId="{1B4D0541-0E22-4308-83D7-D85721C187A6}" type="presOf" srcId="{2C2D9E73-F4C6-4AAB-BC6A-036EADBB1BF6}" destId="{D092B946-478D-4B8E-8686-226517FF86E1}" srcOrd="0" destOrd="0" presId="urn:microsoft.com/office/officeart/2005/8/layout/orgChart1"/>
    <dgm:cxn modelId="{31961A61-3727-48DA-ACD7-1B1ED65700AE}" type="presOf" srcId="{5C0680A8-0847-4411-8076-85FCF13C2A11}" destId="{4709F5BA-5D77-4AF8-A9D8-247884B59E15}" srcOrd="0" destOrd="0" presId="urn:microsoft.com/office/officeart/2005/8/layout/orgChart1"/>
    <dgm:cxn modelId="{2087F363-57A4-4A04-91B6-8F910CE6F7ED}" type="presOf" srcId="{CE5638A0-7177-44A2-B38E-D96942A22BF3}" destId="{BEE9C03B-65EA-47EC-82DB-AAC35C8DC1AE}" srcOrd="0" destOrd="0" presId="urn:microsoft.com/office/officeart/2005/8/layout/orgChart1"/>
    <dgm:cxn modelId="{4B3A4945-9018-44A8-A222-45BD7B7A0943}" type="presOf" srcId="{8E9D6226-78EB-43F9-AC66-F68C327C5F01}" destId="{807C811A-5B97-4D36-9E6E-7213CEED127B}" srcOrd="1" destOrd="0" presId="urn:microsoft.com/office/officeart/2005/8/layout/orgChart1"/>
    <dgm:cxn modelId="{2944D966-DEB5-4DB9-AF67-491A4CADBD3C}" type="presOf" srcId="{E21B7EC5-9F0E-44D9-AC6E-344ADDAFE153}" destId="{9416E58B-3DF8-4188-A41C-672913E7FBFD}" srcOrd="0" destOrd="0" presId="urn:microsoft.com/office/officeart/2005/8/layout/orgChart1"/>
    <dgm:cxn modelId="{9C9A4A47-7786-40C7-BCCC-E2C07697AA78}" type="presOf" srcId="{457C1DEB-46CD-4A65-B4C3-DD0A6D2BEFBF}" destId="{50079A5F-F863-4282-992E-F8D9129C67E0}" srcOrd="0" destOrd="0" presId="urn:microsoft.com/office/officeart/2005/8/layout/orgChart1"/>
    <dgm:cxn modelId="{57BC054A-9972-4986-A0BE-9DC809B62695}" type="presOf" srcId="{A0C544E4-F59A-48F9-B563-B2607D737A51}" destId="{D97B857E-CE3E-4173-AF9F-8CC1FEAB7655}" srcOrd="0" destOrd="0" presId="urn:microsoft.com/office/officeart/2005/8/layout/orgChart1"/>
    <dgm:cxn modelId="{87C5D26A-477E-45AF-BB0E-EF96ED3DD370}" type="presOf" srcId="{8BE5563C-7540-4F7E-AA7E-DF85A2A61E5A}" destId="{D62FFC95-CD3B-49E9-8DB6-016D704816F1}" srcOrd="0" destOrd="0" presId="urn:microsoft.com/office/officeart/2005/8/layout/orgChart1"/>
    <dgm:cxn modelId="{21C8066B-E292-4D5C-956F-E82EA90A44A2}" srcId="{8E9D6226-78EB-43F9-AC66-F68C327C5F01}" destId="{C651BC53-5614-46E3-8ADC-3783DDE2E054}" srcOrd="0" destOrd="0" parTransId="{2C2D9E73-F4C6-4AAB-BC6A-036EADBB1BF6}" sibTransId="{7490EA63-C5E6-4F5C-A7CA-829A2B68DEF0}"/>
    <dgm:cxn modelId="{5E4BFD6D-32AE-43C8-BE10-442036335B2F}" type="presOf" srcId="{B232C281-D951-4189-A3DB-843B2B626C4E}" destId="{507A2966-56A4-4B36-9830-53CA451C4A83}" srcOrd="0" destOrd="0" presId="urn:microsoft.com/office/officeart/2005/8/layout/orgChart1"/>
    <dgm:cxn modelId="{7B919E6F-6649-49A9-A5AD-57F32453C57B}" type="presOf" srcId="{B9B6B68D-BA17-47C7-A883-B06520770FEA}" destId="{E2B4B12E-32DE-4E86-B2B3-222E5F3A444D}" srcOrd="0" destOrd="0" presId="urn:microsoft.com/office/officeart/2005/8/layout/orgChart1"/>
    <dgm:cxn modelId="{568FCF70-93C1-4EC8-9390-94DA944030F2}" type="presOf" srcId="{838B40D0-2828-4810-B956-69B45A77E4B2}" destId="{FD7BFCA9-1E09-42AA-BEB5-C6F0D2373351}" srcOrd="0" destOrd="0" presId="urn:microsoft.com/office/officeart/2005/8/layout/orgChart1"/>
    <dgm:cxn modelId="{5A0E5673-40D4-45B3-855C-0197E5102E6B}" type="presOf" srcId="{19FEA656-08D3-4118-8840-ECDCD9508B1D}" destId="{A5D6D043-8633-43E3-8319-39869E3957EE}" srcOrd="1" destOrd="0" presId="urn:microsoft.com/office/officeart/2005/8/layout/orgChart1"/>
    <dgm:cxn modelId="{2B7F6655-6836-4A59-B58F-F664E3774E68}" srcId="{F65D2BCD-E30B-4527-A233-A7DC26A686B8}" destId="{A0C544E4-F59A-48F9-B563-B2607D737A51}" srcOrd="0" destOrd="0" parTransId="{CCA70F94-6C45-47DC-87B0-542251D7F899}" sibTransId="{DF7A6823-A719-4C5C-97ED-99B2F56F63F3}"/>
    <dgm:cxn modelId="{E6696177-BB00-4551-98C1-1950A38C1140}" type="presOf" srcId="{EB20B223-CE0E-461A-AE1C-3E56E2E3AF6D}" destId="{0E0087DD-15D9-4344-9C59-8885927AA6CF}" srcOrd="1" destOrd="0" presId="urn:microsoft.com/office/officeart/2005/8/layout/orgChart1"/>
    <dgm:cxn modelId="{8FD48D77-31FC-4492-AFE1-4C2D24CB7837}" srcId="{88B20BB6-591B-469B-B631-290FDB237945}" destId="{EB20B223-CE0E-461A-AE1C-3E56E2E3AF6D}" srcOrd="4" destOrd="0" parTransId="{5C0680A8-0847-4411-8076-85FCF13C2A11}" sibTransId="{3BD3CAE5-574E-4569-8127-5D4DE4EB3C83}"/>
    <dgm:cxn modelId="{467AA957-F05F-4E83-A753-03FCD8B6BB67}" type="presOf" srcId="{D55D380B-941C-4C7B-8467-CF3C2CCEE61B}" destId="{1E916CF1-06A6-42EB-BFE0-60DCDC4893E9}" srcOrd="1" destOrd="0" presId="urn:microsoft.com/office/officeart/2005/8/layout/orgChart1"/>
    <dgm:cxn modelId="{FD610B78-8DAF-4756-970F-05FE0F45254F}" type="presOf" srcId="{8D200C3A-A8D1-4983-A484-B9CCF4D5FC76}" destId="{F372D543-448D-4EF1-839C-68A957BD12FE}" srcOrd="0" destOrd="0" presId="urn:microsoft.com/office/officeart/2005/8/layout/orgChart1"/>
    <dgm:cxn modelId="{C77D1878-F0B8-4CEC-B108-832900EDCAE9}" srcId="{0F779633-8A3D-4487-9D54-A67C8741F741}" destId="{7892832A-D376-44E4-B169-379668AD14F3}" srcOrd="0" destOrd="0" parTransId="{03231134-36F3-4518-8E86-164D15D1F77A}" sibTransId="{154CD5EA-C307-4F12-89E6-DB2EB0D52352}"/>
    <dgm:cxn modelId="{8A07B958-7942-4865-9651-2A953BC1CE4C}" type="presOf" srcId="{A1355C76-E77F-45FF-B17C-E0F96B4434F5}" destId="{46116271-2D92-49BD-85A5-FDB3477B04FD}" srcOrd="1" destOrd="0" presId="urn:microsoft.com/office/officeart/2005/8/layout/orgChart1"/>
    <dgm:cxn modelId="{EABBE959-4572-4601-9DE9-405C38E94B9D}" type="presOf" srcId="{2B2532C4-D3F8-4F76-AFAE-4D614CC1DB86}" destId="{7C8EA5E5-4F39-4592-AEF9-32BA92942040}" srcOrd="1" destOrd="0" presId="urn:microsoft.com/office/officeart/2005/8/layout/orgChart1"/>
    <dgm:cxn modelId="{C1933F7B-E6AC-413F-B89F-67FD865FC287}" type="presOf" srcId="{A1355C76-E77F-45FF-B17C-E0F96B4434F5}" destId="{90052F89-705B-43F2-B59C-2D17272EB98D}" srcOrd="0" destOrd="0" presId="urn:microsoft.com/office/officeart/2005/8/layout/orgChart1"/>
    <dgm:cxn modelId="{7A65317C-397C-4742-9153-00BED7E22F03}" srcId="{E21B7EC5-9F0E-44D9-AC6E-344ADDAFE153}" destId="{88B20BB6-591B-469B-B631-290FDB237945}" srcOrd="0" destOrd="0" parTransId="{F22D3044-03B5-4B09-AFD0-91C655F9194A}" sibTransId="{085FD097-8B64-4C8F-9306-0E3E8CEF0F37}"/>
    <dgm:cxn modelId="{5036317D-A817-42E4-AEDD-C02288A7F25D}" type="presOf" srcId="{DD7137F9-A8D2-4D79-A1D9-7C6D482F65F4}" destId="{1FBB300C-F0E3-4527-89E6-B6B5AB2C09A4}" srcOrd="0" destOrd="0" presId="urn:microsoft.com/office/officeart/2005/8/layout/orgChart1"/>
    <dgm:cxn modelId="{E65E6B87-4F8B-475C-9FD5-D77E4C2A2E0E}" type="presOf" srcId="{7C437410-E66F-4D42-93F8-EB1CFFC9EA23}" destId="{8749034C-2FDA-400E-B2F5-9021986981A9}" srcOrd="0" destOrd="0" presId="urn:microsoft.com/office/officeart/2005/8/layout/orgChart1"/>
    <dgm:cxn modelId="{A7F0C48A-73CD-483A-A52C-4D65B2A35E0E}" type="presOf" srcId="{BFC4D600-0F70-42C6-82B3-5153D3AF7AEC}" destId="{88850DE1-8808-4773-A155-69AA130E161B}" srcOrd="0" destOrd="0" presId="urn:microsoft.com/office/officeart/2005/8/layout/orgChart1"/>
    <dgm:cxn modelId="{657DE290-ADA4-42A9-B55C-4833EB6E09D1}" srcId="{4A0CB690-C5F2-4BA4-B2D9-A731E2EFA21E}" destId="{945B4BEF-A84B-4586-93A8-247A1DE5422A}" srcOrd="0" destOrd="0" parTransId="{D8311374-1D57-4258-8248-9148A0679349}" sibTransId="{47ACB365-334D-4483-9BA4-D00617838088}"/>
    <dgm:cxn modelId="{52E62691-EBC6-4128-B6E3-E0B86E3322E0}" type="presOf" srcId="{F65D2BCD-E30B-4527-A233-A7DC26A686B8}" destId="{270578D9-40CD-4D86-A5DB-1382237DB95F}" srcOrd="1" destOrd="0" presId="urn:microsoft.com/office/officeart/2005/8/layout/orgChart1"/>
    <dgm:cxn modelId="{E8709C94-46B5-45A5-B7C5-4D0C554394A9}" type="presOf" srcId="{CCA70F94-6C45-47DC-87B0-542251D7F899}" destId="{4C2B5E2B-405A-4369-A08C-025CD39E0DEF}" srcOrd="0" destOrd="0" presId="urn:microsoft.com/office/officeart/2005/8/layout/orgChart1"/>
    <dgm:cxn modelId="{AF32D096-0EA7-4723-870B-38D79E56C7F1}" srcId="{EB20B223-CE0E-461A-AE1C-3E56E2E3AF6D}" destId="{19FEA656-08D3-4118-8840-ECDCD9508B1D}" srcOrd="0" destOrd="0" parTransId="{8D200C3A-A8D1-4983-A484-B9CCF4D5FC76}" sibTransId="{FD60E452-D80E-4C12-9DD3-C56A0BE3797B}"/>
    <dgm:cxn modelId="{996B2E97-B9E5-496C-82B7-60B503377E52}" srcId="{FF49B230-FC33-42FD-8C0B-22952C010C16}" destId="{A1355C76-E77F-45FF-B17C-E0F96B4434F5}" srcOrd="0" destOrd="0" parTransId="{2F416ACB-E311-4E62-B0B8-D02AC93E29B4}" sibTransId="{1966C1B3-A7D7-417D-BD14-873A0A56CD9F}"/>
    <dgm:cxn modelId="{BA75B597-2D83-411C-8495-E244E5D7D395}" type="presOf" srcId="{88B20BB6-591B-469B-B631-290FDB237945}" destId="{5B8A84CB-14D3-4AC9-8A47-5B87D28C590A}" srcOrd="1" destOrd="0" presId="urn:microsoft.com/office/officeart/2005/8/layout/orgChart1"/>
    <dgm:cxn modelId="{49CF3C9B-32C3-4991-B9C3-6571E0580FB5}" srcId="{B5E3F6B0-F000-4EF2-9E38-5E16BE758BA7}" destId="{0F779633-8A3D-4487-9D54-A67C8741F741}" srcOrd="0" destOrd="0" parTransId="{D82C6A5C-3D53-49BA-8928-4C1BE7FFD061}" sibTransId="{C97D2663-9079-411E-8ADD-28F2F5F0B2B5}"/>
    <dgm:cxn modelId="{D6C5E59B-FD13-4DCC-BEC1-A48E45D6BFD5}" type="presOf" srcId="{BFC4D600-0F70-42C6-82B3-5153D3AF7AEC}" destId="{3C776E97-A297-4602-A9D5-4AAB3A1EFCD9}" srcOrd="1" destOrd="0" presId="urn:microsoft.com/office/officeart/2005/8/layout/orgChart1"/>
    <dgm:cxn modelId="{7A20E59D-2EE7-4632-961C-015605644702}" type="presOf" srcId="{19FEA656-08D3-4118-8840-ECDCD9508B1D}" destId="{95410931-8B58-4534-A9BF-E607FB36DF4E}" srcOrd="0" destOrd="0" presId="urn:microsoft.com/office/officeart/2005/8/layout/orgChart1"/>
    <dgm:cxn modelId="{47CE729E-DAAF-499D-9194-0F831D4BC009}" type="presOf" srcId="{B5E3F6B0-F000-4EF2-9E38-5E16BE758BA7}" destId="{0382AB55-A748-4DE4-93C9-33E2E11931DA}" srcOrd="0" destOrd="0" presId="urn:microsoft.com/office/officeart/2005/8/layout/orgChart1"/>
    <dgm:cxn modelId="{8E39E99F-49E0-42CF-837E-F78FEE4933D0}" srcId="{D55D380B-941C-4C7B-8467-CF3C2CCEE61B}" destId="{4A0CB690-C5F2-4BA4-B2D9-A731E2EFA21E}" srcOrd="0" destOrd="0" parTransId="{EB61C1F1-6CC0-48F4-A317-0ED2F3904E07}" sibTransId="{FCCCA369-3B7B-4D8F-89E5-810DBD7140D6}"/>
    <dgm:cxn modelId="{0FEECFA2-9993-42BF-9987-AC8777768244}" srcId="{35DB84EB-6CCF-4061-AD99-6FCF32C344B2}" destId="{BFC4D600-0F70-42C6-82B3-5153D3AF7AEC}" srcOrd="0" destOrd="0" parTransId="{838B40D0-2828-4810-B956-69B45A77E4B2}" sibTransId="{456BDF51-8677-4C04-8533-51C278AFF42E}"/>
    <dgm:cxn modelId="{4BE635A8-67B3-4C40-A3E2-99157F1D4980}" type="presOf" srcId="{ACAEB3A5-A405-4C84-8A68-59B00DB65554}" destId="{54342B57-19A3-46AC-B549-EC1774173FFD}" srcOrd="0" destOrd="0" presId="urn:microsoft.com/office/officeart/2005/8/layout/orgChart1"/>
    <dgm:cxn modelId="{22D59DA9-7AAD-49BB-80D7-1FF8E3D20438}" type="presOf" srcId="{96D4B494-CFBE-4DB5-B706-6252BEB17D5C}" destId="{EDDE3A57-025D-4897-AFFF-751262373EBF}" srcOrd="0" destOrd="0" presId="urn:microsoft.com/office/officeart/2005/8/layout/orgChart1"/>
    <dgm:cxn modelId="{014F0BAA-524C-4B9C-BFD1-624C281B4B18}" srcId="{82398A22-69A2-4B16-8A6F-BE09DEA14841}" destId="{FF49B230-FC33-42FD-8C0B-22952C010C16}" srcOrd="0" destOrd="0" parTransId="{ACAEB3A5-A405-4C84-8A68-59B00DB65554}" sibTransId="{14A0EC64-0382-40BD-9CAD-28FAB4664627}"/>
    <dgm:cxn modelId="{878466AB-EF46-42F9-97A9-AB9EC036B78A}" type="presOf" srcId="{8E9D6226-78EB-43F9-AC66-F68C327C5F01}" destId="{6E9DBDD9-5F5F-4E35-9704-C36F3D3B7252}" srcOrd="0" destOrd="0" presId="urn:microsoft.com/office/officeart/2005/8/layout/orgChart1"/>
    <dgm:cxn modelId="{849D68AC-7701-4B45-883B-1D44C19546AF}" type="presOf" srcId="{F65D2BCD-E30B-4527-A233-A7DC26A686B8}" destId="{6C25FF2A-3213-4F40-A2E8-CBB9A5F3C6A6}" srcOrd="0" destOrd="0" presId="urn:microsoft.com/office/officeart/2005/8/layout/orgChart1"/>
    <dgm:cxn modelId="{EDC51EAD-B29F-4037-AE60-4565D60DB6FA}" type="presOf" srcId="{88B20BB6-591B-469B-B631-290FDB237945}" destId="{29E6D61A-9B3D-406D-A663-11D2FBADD68C}" srcOrd="0" destOrd="0" presId="urn:microsoft.com/office/officeart/2005/8/layout/orgChart1"/>
    <dgm:cxn modelId="{489EB7B3-355E-4B74-9AB0-08450B16E6AF}" type="presOf" srcId="{0F779633-8A3D-4487-9D54-A67C8741F741}" destId="{F609646F-10FB-49FA-A52C-4845770BD21E}" srcOrd="1" destOrd="0" presId="urn:microsoft.com/office/officeart/2005/8/layout/orgChart1"/>
    <dgm:cxn modelId="{0E9136B4-C837-4A1A-A694-682476A47AD3}" type="presOf" srcId="{6CD1E062-5DCF-4B9A-A79C-ECDC879E179C}" destId="{0F287E40-52E3-4452-946E-79584CD0BED5}" srcOrd="0" destOrd="0" presId="urn:microsoft.com/office/officeart/2005/8/layout/orgChart1"/>
    <dgm:cxn modelId="{295D3AB4-7617-46B1-AEC0-703FCC9EB2F6}" type="presOf" srcId="{945B4BEF-A84B-4586-93A8-247A1DE5422A}" destId="{1BD81339-00B7-44B3-A7E7-AC604722A71E}" srcOrd="1" destOrd="0" presId="urn:microsoft.com/office/officeart/2005/8/layout/orgChart1"/>
    <dgm:cxn modelId="{CE6B43BD-08D9-4857-9E30-C049F4965946}" type="presOf" srcId="{0F779633-8A3D-4487-9D54-A67C8741F741}" destId="{89BADF1B-2A65-4FA9-A5F9-BA27D75D49B9}" srcOrd="0" destOrd="0" presId="urn:microsoft.com/office/officeart/2005/8/layout/orgChart1"/>
    <dgm:cxn modelId="{FC9B11C0-4BCD-4F91-B4C1-AB42641CFF23}" type="presOf" srcId="{7892832A-D376-44E4-B169-379668AD14F3}" destId="{CE981E13-BE02-4DD3-9252-0E8002B1EFC5}" srcOrd="1" destOrd="0" presId="urn:microsoft.com/office/officeart/2005/8/layout/orgChart1"/>
    <dgm:cxn modelId="{086D99C7-D5DC-417D-BA7A-6D5C2EF3D99A}" type="presOf" srcId="{FA0AD1F6-2C3A-42E2-A8A9-D26D9C142E6E}" destId="{936E26C9-8248-4050-AAC4-AC5BFD6BC6EE}" srcOrd="0" destOrd="0" presId="urn:microsoft.com/office/officeart/2005/8/layout/orgChart1"/>
    <dgm:cxn modelId="{EF9FDBC7-156B-4D03-BDC3-A53A82EB88AE}" type="presOf" srcId="{D8311374-1D57-4258-8248-9148A0679349}" destId="{27DBD288-82F1-440F-AEA6-E94692E979E0}" srcOrd="0" destOrd="0" presId="urn:microsoft.com/office/officeart/2005/8/layout/orgChart1"/>
    <dgm:cxn modelId="{01665FCB-DDA1-4B42-A478-66C0EC816B6B}" type="presOf" srcId="{03231134-36F3-4518-8E86-164D15D1F77A}" destId="{465F9A7E-9682-48FA-97A8-A74BFAA31967}" srcOrd="0" destOrd="0" presId="urn:microsoft.com/office/officeart/2005/8/layout/orgChart1"/>
    <dgm:cxn modelId="{7ABD78CB-B600-4115-A521-0F9398C316E0}" type="presOf" srcId="{FF49B230-FC33-42FD-8C0B-22952C010C16}" destId="{1FDF16B7-D028-49F1-A757-F21A04632F00}" srcOrd="1" destOrd="0" presId="urn:microsoft.com/office/officeart/2005/8/layout/orgChart1"/>
    <dgm:cxn modelId="{317C8ECF-C5B4-4076-9FEC-9EC428011CAB}" type="presOf" srcId="{35DB84EB-6CCF-4061-AD99-6FCF32C344B2}" destId="{21E20E5D-3070-4503-8234-C1BD014C69DE}" srcOrd="1" destOrd="0" presId="urn:microsoft.com/office/officeart/2005/8/layout/orgChart1"/>
    <dgm:cxn modelId="{D449C5D3-B54F-40B0-A48B-D4B94F3BCACF}" type="presOf" srcId="{C651BC53-5614-46E3-8ADC-3783DDE2E054}" destId="{7EBAB9A1-9D88-4EF8-843F-FB373FC891DC}" srcOrd="1" destOrd="0" presId="urn:microsoft.com/office/officeart/2005/8/layout/orgChart1"/>
    <dgm:cxn modelId="{8BD850DA-B06B-405A-ADA8-38D4B2FA9020}" type="presOf" srcId="{4A0CB690-C5F2-4BA4-B2D9-A731E2EFA21E}" destId="{E181EB7C-19F2-4D9F-A2D7-CDA3CDC02434}" srcOrd="1" destOrd="0" presId="urn:microsoft.com/office/officeart/2005/8/layout/orgChart1"/>
    <dgm:cxn modelId="{D19B7BDE-7C76-4B6D-AE6B-612D42CB32BD}" type="presOf" srcId="{195D2F77-B658-4E69-B184-2B0FADEF78BE}" destId="{A310E87F-0358-44CC-BAE7-7AA3B667F5D2}" srcOrd="0" destOrd="0" presId="urn:microsoft.com/office/officeart/2005/8/layout/orgChart1"/>
    <dgm:cxn modelId="{BD7C5BDF-7A73-4D80-B322-81A3634A5E2E}" srcId="{88B20BB6-591B-469B-B631-290FDB237945}" destId="{8E9D6226-78EB-43F9-AC66-F68C327C5F01}" srcOrd="0" destOrd="0" parTransId="{FA0AD1F6-2C3A-42E2-A8A9-D26D9C142E6E}" sibTransId="{F087050F-CBC5-435E-9FA4-34BD1D65F6D1}"/>
    <dgm:cxn modelId="{80C009E4-EB69-41BB-9640-5AFD62E4CE93}" srcId="{88B20BB6-591B-469B-B631-290FDB237945}" destId="{D55D380B-941C-4C7B-8467-CF3C2CCEE61B}" srcOrd="2" destOrd="0" parTransId="{B9B6B68D-BA17-47C7-A883-B06520770FEA}" sibTransId="{644E83AC-F080-4F1D-926B-C286A880A6C5}"/>
    <dgm:cxn modelId="{FBAADCE4-3AFE-4532-AA98-11A9BF2C9FF4}" type="presOf" srcId="{195D2F77-B658-4E69-B184-2B0FADEF78BE}" destId="{4394D8AB-586D-4443-B675-F0594929B144}" srcOrd="1" destOrd="0" presId="urn:microsoft.com/office/officeart/2005/8/layout/orgChart1"/>
    <dgm:cxn modelId="{239AAFE6-594B-460F-88B4-F73690A7C5B7}" type="presOf" srcId="{FF49B230-FC33-42FD-8C0B-22952C010C16}" destId="{C8815E2C-77D4-47D7-A8A0-15762D70669A}" srcOrd="0" destOrd="0" presId="urn:microsoft.com/office/officeart/2005/8/layout/orgChart1"/>
    <dgm:cxn modelId="{61C963E7-0DBE-4D6B-A697-32A9AF9B874D}" srcId="{195D2F77-B658-4E69-B184-2B0FADEF78BE}" destId="{F65D2BCD-E30B-4527-A233-A7DC26A686B8}" srcOrd="0" destOrd="0" parTransId="{DD7137F9-A8D2-4D79-A1D9-7C6D482F65F4}" sibTransId="{528BBE9D-DB93-479F-8F1C-974A1CD3A719}"/>
    <dgm:cxn modelId="{398E43E8-E4B9-4F64-86FB-D7E6C9247B07}" srcId="{88B20BB6-591B-469B-B631-290FDB237945}" destId="{2B2532C4-D3F8-4F76-AFAE-4D614CC1DB86}" srcOrd="5" destOrd="0" parTransId="{8BE5563C-7540-4F7E-AA7E-DF85A2A61E5A}" sibTransId="{F1CDD633-0E5A-41AA-A528-F1B680607888}"/>
    <dgm:cxn modelId="{2C7FAAEA-FC56-46B8-9C32-14536A6CD991}" type="presOf" srcId="{82398A22-69A2-4B16-8A6F-BE09DEA14841}" destId="{40B8A174-6BEC-42AE-9F7E-F45E5EDD430E}" srcOrd="1" destOrd="0" presId="urn:microsoft.com/office/officeart/2005/8/layout/orgChart1"/>
    <dgm:cxn modelId="{E459A2EB-5C72-44E0-99B1-B6D874EC07D8}" type="presOf" srcId="{2F416ACB-E311-4E62-B0B8-D02AC93E29B4}" destId="{7BC80C49-7F72-49DB-9B56-7D4BDD033122}" srcOrd="0" destOrd="0" presId="urn:microsoft.com/office/officeart/2005/8/layout/orgChart1"/>
    <dgm:cxn modelId="{0D18CFED-B4B6-46DD-A6C8-23BBDE6B1AF7}" type="presOf" srcId="{4A0CB690-C5F2-4BA4-B2D9-A731E2EFA21E}" destId="{4DB0FEA4-7BF2-44EA-8EE9-52E26FF28C01}" srcOrd="0" destOrd="0" presId="urn:microsoft.com/office/officeart/2005/8/layout/orgChart1"/>
    <dgm:cxn modelId="{08DB0AEF-1538-47FD-83DC-72BC41B7B344}" srcId="{19FEA656-08D3-4118-8840-ECDCD9508B1D}" destId="{6CD1E062-5DCF-4B9A-A79C-ECDC879E179C}" srcOrd="0" destOrd="0" parTransId="{96D4B494-CFBE-4DB5-B706-6252BEB17D5C}" sibTransId="{7104A9EC-A59F-4284-84F0-9A0C40C2D5C2}"/>
    <dgm:cxn modelId="{33BAA4F2-FC5A-4827-8504-E4D5A814E3C7}" type="presOf" srcId="{EB20B223-CE0E-461A-AE1C-3E56E2E3AF6D}" destId="{1C983424-27EF-48C7-9752-A0C9FD214FA8}" srcOrd="0" destOrd="0" presId="urn:microsoft.com/office/officeart/2005/8/layout/orgChart1"/>
    <dgm:cxn modelId="{F79DF0CE-3C20-4AED-B847-F550DF15AB20}" type="presParOf" srcId="{9416E58B-3DF8-4188-A41C-672913E7FBFD}" destId="{607AA60E-122D-457B-93C0-D9A22033B49E}" srcOrd="0" destOrd="0" presId="urn:microsoft.com/office/officeart/2005/8/layout/orgChart1"/>
    <dgm:cxn modelId="{45A6FC24-FB6F-4758-B90B-82B0D3640599}" type="presParOf" srcId="{607AA60E-122D-457B-93C0-D9A22033B49E}" destId="{1D784FCE-C70A-4D69-9A5D-C846BD11A357}" srcOrd="0" destOrd="0" presId="urn:microsoft.com/office/officeart/2005/8/layout/orgChart1"/>
    <dgm:cxn modelId="{47B3DA92-CF9F-4D1C-B20E-F5FC2636083A}" type="presParOf" srcId="{1D784FCE-C70A-4D69-9A5D-C846BD11A357}" destId="{29E6D61A-9B3D-406D-A663-11D2FBADD68C}" srcOrd="0" destOrd="0" presId="urn:microsoft.com/office/officeart/2005/8/layout/orgChart1"/>
    <dgm:cxn modelId="{DA1D2012-C47D-446D-B0A5-2F4B4B04A237}" type="presParOf" srcId="{1D784FCE-C70A-4D69-9A5D-C846BD11A357}" destId="{5B8A84CB-14D3-4AC9-8A47-5B87D28C590A}" srcOrd="1" destOrd="0" presId="urn:microsoft.com/office/officeart/2005/8/layout/orgChart1"/>
    <dgm:cxn modelId="{3BBD5B88-331A-4D06-A2C8-8E86B9CDF234}" type="presParOf" srcId="{607AA60E-122D-457B-93C0-D9A22033B49E}" destId="{93D2E835-382F-4B26-A36E-19239CAC07BB}" srcOrd="1" destOrd="0" presId="urn:microsoft.com/office/officeart/2005/8/layout/orgChart1"/>
    <dgm:cxn modelId="{9FB67C83-A5A9-43B8-B78D-D2555C8DED98}" type="presParOf" srcId="{93D2E835-382F-4B26-A36E-19239CAC07BB}" destId="{936E26C9-8248-4050-AAC4-AC5BFD6BC6EE}" srcOrd="0" destOrd="0" presId="urn:microsoft.com/office/officeart/2005/8/layout/orgChart1"/>
    <dgm:cxn modelId="{216B145B-9AF5-41FD-B474-29769349C4D1}" type="presParOf" srcId="{93D2E835-382F-4B26-A36E-19239CAC07BB}" destId="{7D136F85-1D4F-4194-872D-A01CADD4FC85}" srcOrd="1" destOrd="0" presId="urn:microsoft.com/office/officeart/2005/8/layout/orgChart1"/>
    <dgm:cxn modelId="{653828F8-C582-4CB1-B73B-CD21F7A511D0}" type="presParOf" srcId="{7D136F85-1D4F-4194-872D-A01CADD4FC85}" destId="{CCE8820E-4B51-4069-89B7-6F226F813171}" srcOrd="0" destOrd="0" presId="urn:microsoft.com/office/officeart/2005/8/layout/orgChart1"/>
    <dgm:cxn modelId="{3A5AEF32-AC35-4EA0-8F97-04AF716450F9}" type="presParOf" srcId="{CCE8820E-4B51-4069-89B7-6F226F813171}" destId="{6E9DBDD9-5F5F-4E35-9704-C36F3D3B7252}" srcOrd="0" destOrd="0" presId="urn:microsoft.com/office/officeart/2005/8/layout/orgChart1"/>
    <dgm:cxn modelId="{A17D4693-9588-4FC4-B4D8-00E4BC058B67}" type="presParOf" srcId="{CCE8820E-4B51-4069-89B7-6F226F813171}" destId="{807C811A-5B97-4D36-9E6E-7213CEED127B}" srcOrd="1" destOrd="0" presId="urn:microsoft.com/office/officeart/2005/8/layout/orgChart1"/>
    <dgm:cxn modelId="{B9A06BDE-8333-4DBA-A150-E80267093E5A}" type="presParOf" srcId="{7D136F85-1D4F-4194-872D-A01CADD4FC85}" destId="{63072240-3726-4A17-A707-EBF07FBD4F4F}" srcOrd="1" destOrd="0" presId="urn:microsoft.com/office/officeart/2005/8/layout/orgChart1"/>
    <dgm:cxn modelId="{60AEEFBC-14B9-4DE3-A3EB-FACA1ABBEBFB}" type="presParOf" srcId="{63072240-3726-4A17-A707-EBF07FBD4F4F}" destId="{D092B946-478D-4B8E-8686-226517FF86E1}" srcOrd="0" destOrd="0" presId="urn:microsoft.com/office/officeart/2005/8/layout/orgChart1"/>
    <dgm:cxn modelId="{76BEADEA-01F2-4140-99EF-DA6790ED4587}" type="presParOf" srcId="{63072240-3726-4A17-A707-EBF07FBD4F4F}" destId="{BCA46AA6-C23E-440D-AD5E-5F37B2EFAB2F}" srcOrd="1" destOrd="0" presId="urn:microsoft.com/office/officeart/2005/8/layout/orgChart1"/>
    <dgm:cxn modelId="{149DEDB9-2FBE-4D19-A943-B53D5B6F1CFC}" type="presParOf" srcId="{BCA46AA6-C23E-440D-AD5E-5F37B2EFAB2F}" destId="{3489E18C-C15B-4E22-9145-74A64F1E1EF7}" srcOrd="0" destOrd="0" presId="urn:microsoft.com/office/officeart/2005/8/layout/orgChart1"/>
    <dgm:cxn modelId="{75191630-607F-4F3A-BDC4-8718EC01D123}" type="presParOf" srcId="{3489E18C-C15B-4E22-9145-74A64F1E1EF7}" destId="{DAC3B39D-6A6F-49B4-BFE5-9EC100B371A3}" srcOrd="0" destOrd="0" presId="urn:microsoft.com/office/officeart/2005/8/layout/orgChart1"/>
    <dgm:cxn modelId="{CCB3AC22-2EF2-4CF0-867A-0DDF3C4CE284}" type="presParOf" srcId="{3489E18C-C15B-4E22-9145-74A64F1E1EF7}" destId="{7EBAB9A1-9D88-4EF8-843F-FB373FC891DC}" srcOrd="1" destOrd="0" presId="urn:microsoft.com/office/officeart/2005/8/layout/orgChart1"/>
    <dgm:cxn modelId="{D32D36D6-7056-493E-8802-D2445358A120}" type="presParOf" srcId="{BCA46AA6-C23E-440D-AD5E-5F37B2EFAB2F}" destId="{C2C4F3C1-8FA8-482D-9BE4-6F1E61C57AF9}" srcOrd="1" destOrd="0" presId="urn:microsoft.com/office/officeart/2005/8/layout/orgChart1"/>
    <dgm:cxn modelId="{A179E314-33AF-4FBD-8713-DAD2E33356F0}" type="presParOf" srcId="{C2C4F3C1-8FA8-482D-9BE4-6F1E61C57AF9}" destId="{8749034C-2FDA-400E-B2F5-9021986981A9}" srcOrd="0" destOrd="0" presId="urn:microsoft.com/office/officeart/2005/8/layout/orgChart1"/>
    <dgm:cxn modelId="{3A78415B-C4A9-4A27-AED9-A0CA6D831FD2}" type="presParOf" srcId="{C2C4F3C1-8FA8-482D-9BE4-6F1E61C57AF9}" destId="{F05A0300-04F3-4AE7-8B04-8820649B220C}" srcOrd="1" destOrd="0" presId="urn:microsoft.com/office/officeart/2005/8/layout/orgChart1"/>
    <dgm:cxn modelId="{5B1A0CB1-098C-43C7-9710-D57271206F92}" type="presParOf" srcId="{F05A0300-04F3-4AE7-8B04-8820649B220C}" destId="{601D0FCB-217C-453B-A9F8-224DB7EB2222}" srcOrd="0" destOrd="0" presId="urn:microsoft.com/office/officeart/2005/8/layout/orgChart1"/>
    <dgm:cxn modelId="{730D356F-B991-4EF4-847E-503FDD8B5A09}" type="presParOf" srcId="{601D0FCB-217C-453B-A9F8-224DB7EB2222}" destId="{BEE9C03B-65EA-47EC-82DB-AAC35C8DC1AE}" srcOrd="0" destOrd="0" presId="urn:microsoft.com/office/officeart/2005/8/layout/orgChart1"/>
    <dgm:cxn modelId="{1D0918E0-2319-4D03-A9E5-D0EE2D8487D9}" type="presParOf" srcId="{601D0FCB-217C-453B-A9F8-224DB7EB2222}" destId="{786C8F3D-ABD3-4F22-9491-1BD49A22E41D}" srcOrd="1" destOrd="0" presId="urn:microsoft.com/office/officeart/2005/8/layout/orgChart1"/>
    <dgm:cxn modelId="{641F12E2-7770-4651-BADA-18590211F239}" type="presParOf" srcId="{F05A0300-04F3-4AE7-8B04-8820649B220C}" destId="{1A798F41-9D1B-424B-BAC9-546D8D38C1CE}" srcOrd="1" destOrd="0" presId="urn:microsoft.com/office/officeart/2005/8/layout/orgChart1"/>
    <dgm:cxn modelId="{B272B3BD-C9E5-4E92-B0F5-655D8932658A}" type="presParOf" srcId="{F05A0300-04F3-4AE7-8B04-8820649B220C}" destId="{8F8E3A3E-A06A-49F1-8270-F85561C75658}" srcOrd="2" destOrd="0" presId="urn:microsoft.com/office/officeart/2005/8/layout/orgChart1"/>
    <dgm:cxn modelId="{0A0BFD22-7004-4506-8ACF-9FD0141E9B1A}" type="presParOf" srcId="{BCA46AA6-C23E-440D-AD5E-5F37B2EFAB2F}" destId="{79466ECC-6897-44F4-9E4A-DFEAE74E85AE}" srcOrd="2" destOrd="0" presId="urn:microsoft.com/office/officeart/2005/8/layout/orgChart1"/>
    <dgm:cxn modelId="{B44E3D02-7A3E-48D0-90E1-8C4CA5342002}" type="presParOf" srcId="{7D136F85-1D4F-4194-872D-A01CADD4FC85}" destId="{C0A96059-6EAE-4300-9C81-E67503427AE1}" srcOrd="2" destOrd="0" presId="urn:microsoft.com/office/officeart/2005/8/layout/orgChart1"/>
    <dgm:cxn modelId="{F4818C71-B625-4A00-B76F-C2BEC54A0710}" type="presParOf" srcId="{93D2E835-382F-4B26-A36E-19239CAC07BB}" destId="{ED81DE5E-D8B7-46B6-80A0-D53904116258}" srcOrd="2" destOrd="0" presId="urn:microsoft.com/office/officeart/2005/8/layout/orgChart1"/>
    <dgm:cxn modelId="{C725590A-EE81-4A41-BE78-EA9A5BF83E2D}" type="presParOf" srcId="{93D2E835-382F-4B26-A36E-19239CAC07BB}" destId="{F7970130-A69D-4D5E-B431-591C4DF57075}" srcOrd="3" destOrd="0" presId="urn:microsoft.com/office/officeart/2005/8/layout/orgChart1"/>
    <dgm:cxn modelId="{B08286E4-9E02-424B-BA2F-3A3CF02E438F}" type="presParOf" srcId="{F7970130-A69D-4D5E-B431-591C4DF57075}" destId="{7CFF814C-302C-4C55-86BC-4720B7EB915A}" srcOrd="0" destOrd="0" presId="urn:microsoft.com/office/officeart/2005/8/layout/orgChart1"/>
    <dgm:cxn modelId="{761C3C63-9BCB-4929-B6BB-52DEED9C11AF}" type="presParOf" srcId="{7CFF814C-302C-4C55-86BC-4720B7EB915A}" destId="{4AD35D22-11FD-4D04-BF9E-5FDD19395E70}" srcOrd="0" destOrd="0" presId="urn:microsoft.com/office/officeart/2005/8/layout/orgChart1"/>
    <dgm:cxn modelId="{4952602E-0515-4F7D-8E78-BA4AE6CB2BB8}" type="presParOf" srcId="{7CFF814C-302C-4C55-86BC-4720B7EB915A}" destId="{40B8A174-6BEC-42AE-9F7E-F45E5EDD430E}" srcOrd="1" destOrd="0" presId="urn:microsoft.com/office/officeart/2005/8/layout/orgChart1"/>
    <dgm:cxn modelId="{71B542CC-54D5-4A42-844E-979A181436C7}" type="presParOf" srcId="{F7970130-A69D-4D5E-B431-591C4DF57075}" destId="{44F183F8-EE29-4A37-B873-DE29060221CD}" srcOrd="1" destOrd="0" presId="urn:microsoft.com/office/officeart/2005/8/layout/orgChart1"/>
    <dgm:cxn modelId="{CBB2B43F-7810-4923-A169-1BF109EDBE8E}" type="presParOf" srcId="{44F183F8-EE29-4A37-B873-DE29060221CD}" destId="{54342B57-19A3-46AC-B549-EC1774173FFD}" srcOrd="0" destOrd="0" presId="urn:microsoft.com/office/officeart/2005/8/layout/orgChart1"/>
    <dgm:cxn modelId="{60960891-6232-4680-AF0E-C8347AE962ED}" type="presParOf" srcId="{44F183F8-EE29-4A37-B873-DE29060221CD}" destId="{E5606802-BC9C-432C-BC29-7B08AA6E8FF4}" srcOrd="1" destOrd="0" presId="urn:microsoft.com/office/officeart/2005/8/layout/orgChart1"/>
    <dgm:cxn modelId="{FB81B675-E103-4431-AB0D-4B0387DA40F2}" type="presParOf" srcId="{E5606802-BC9C-432C-BC29-7B08AA6E8FF4}" destId="{B8B28B04-B09A-4D37-A822-0944F260FAD3}" srcOrd="0" destOrd="0" presId="urn:microsoft.com/office/officeart/2005/8/layout/orgChart1"/>
    <dgm:cxn modelId="{F8BE6C15-7C11-4070-A1E3-4751EAD8A99E}" type="presParOf" srcId="{B8B28B04-B09A-4D37-A822-0944F260FAD3}" destId="{C8815E2C-77D4-47D7-A8A0-15762D70669A}" srcOrd="0" destOrd="0" presId="urn:microsoft.com/office/officeart/2005/8/layout/orgChart1"/>
    <dgm:cxn modelId="{A299658E-A99F-4F55-A440-6B2B9D24C682}" type="presParOf" srcId="{B8B28B04-B09A-4D37-A822-0944F260FAD3}" destId="{1FDF16B7-D028-49F1-A757-F21A04632F00}" srcOrd="1" destOrd="0" presId="urn:microsoft.com/office/officeart/2005/8/layout/orgChart1"/>
    <dgm:cxn modelId="{C611ED61-E185-4E34-8442-EC6B4C728E70}" type="presParOf" srcId="{E5606802-BC9C-432C-BC29-7B08AA6E8FF4}" destId="{D9778A55-AC83-4CEE-AFDC-C36F1A84FC96}" srcOrd="1" destOrd="0" presId="urn:microsoft.com/office/officeart/2005/8/layout/orgChart1"/>
    <dgm:cxn modelId="{ED2395BE-D08E-43C0-A12E-E358E22BDC6B}" type="presParOf" srcId="{D9778A55-AC83-4CEE-AFDC-C36F1A84FC96}" destId="{7BC80C49-7F72-49DB-9B56-7D4BDD033122}" srcOrd="0" destOrd="0" presId="urn:microsoft.com/office/officeart/2005/8/layout/orgChart1"/>
    <dgm:cxn modelId="{47BEF29D-EA5C-4D99-926A-ACBB87CDFA62}" type="presParOf" srcId="{D9778A55-AC83-4CEE-AFDC-C36F1A84FC96}" destId="{42ABED44-0A78-4DD7-A2EB-CE7ECC03EFD3}" srcOrd="1" destOrd="0" presId="urn:microsoft.com/office/officeart/2005/8/layout/orgChart1"/>
    <dgm:cxn modelId="{74A31604-A48B-4C14-B5FB-F2402D610CE4}" type="presParOf" srcId="{42ABED44-0A78-4DD7-A2EB-CE7ECC03EFD3}" destId="{5E4547F8-98BB-4581-A6E1-8EC275AB5C93}" srcOrd="0" destOrd="0" presId="urn:microsoft.com/office/officeart/2005/8/layout/orgChart1"/>
    <dgm:cxn modelId="{2893A0D7-7743-4EFB-A9C5-59F6A0A3CA70}" type="presParOf" srcId="{5E4547F8-98BB-4581-A6E1-8EC275AB5C93}" destId="{90052F89-705B-43F2-B59C-2D17272EB98D}" srcOrd="0" destOrd="0" presId="urn:microsoft.com/office/officeart/2005/8/layout/orgChart1"/>
    <dgm:cxn modelId="{4FEA725B-3986-4A34-862D-FB7BCD5F7DA5}" type="presParOf" srcId="{5E4547F8-98BB-4581-A6E1-8EC275AB5C93}" destId="{46116271-2D92-49BD-85A5-FDB3477B04FD}" srcOrd="1" destOrd="0" presId="urn:microsoft.com/office/officeart/2005/8/layout/orgChart1"/>
    <dgm:cxn modelId="{A8EFAAD0-347A-4513-8F7E-58C9AC9FF950}" type="presParOf" srcId="{42ABED44-0A78-4DD7-A2EB-CE7ECC03EFD3}" destId="{07CC30CF-570A-4DFD-BC20-A63859DE6189}" srcOrd="1" destOrd="0" presId="urn:microsoft.com/office/officeart/2005/8/layout/orgChart1"/>
    <dgm:cxn modelId="{4BC8714F-7C87-4326-800C-25964CA288A4}" type="presParOf" srcId="{42ABED44-0A78-4DD7-A2EB-CE7ECC03EFD3}" destId="{C04AA463-4222-4A7E-9AE7-BD1032A10CD2}" srcOrd="2" destOrd="0" presId="urn:microsoft.com/office/officeart/2005/8/layout/orgChart1"/>
    <dgm:cxn modelId="{0CC85A13-5E30-4A16-96B5-D45BD4C9129C}" type="presParOf" srcId="{E5606802-BC9C-432C-BC29-7B08AA6E8FF4}" destId="{6D6B09E5-267C-4898-B854-E0387BB72AB2}" srcOrd="2" destOrd="0" presId="urn:microsoft.com/office/officeart/2005/8/layout/orgChart1"/>
    <dgm:cxn modelId="{CC64F744-A4A5-431C-8458-F9C03C19EA3D}" type="presParOf" srcId="{F7970130-A69D-4D5E-B431-591C4DF57075}" destId="{1E4134F1-9428-4755-A3AC-6ED43B7918BF}" srcOrd="2" destOrd="0" presId="urn:microsoft.com/office/officeart/2005/8/layout/orgChart1"/>
    <dgm:cxn modelId="{A577CE66-3289-45DF-BCEB-AA399432364C}" type="presParOf" srcId="{93D2E835-382F-4B26-A36E-19239CAC07BB}" destId="{E2B4B12E-32DE-4E86-B2B3-222E5F3A444D}" srcOrd="4" destOrd="0" presId="urn:microsoft.com/office/officeart/2005/8/layout/orgChart1"/>
    <dgm:cxn modelId="{4CD8C7FA-B6B2-4E7A-BB8D-8D447DA28782}" type="presParOf" srcId="{93D2E835-382F-4B26-A36E-19239CAC07BB}" destId="{15D276B5-3488-4F7D-B81D-41BE3930D29D}" srcOrd="5" destOrd="0" presId="urn:microsoft.com/office/officeart/2005/8/layout/orgChart1"/>
    <dgm:cxn modelId="{BBE78179-CDB6-4BF5-AA0A-395B02B64463}" type="presParOf" srcId="{15D276B5-3488-4F7D-B81D-41BE3930D29D}" destId="{BF8A0377-B647-4C0E-AC0F-9611D7C356D4}" srcOrd="0" destOrd="0" presId="urn:microsoft.com/office/officeart/2005/8/layout/orgChart1"/>
    <dgm:cxn modelId="{64A5A909-3E3F-4C93-9DDF-9109906D3A01}" type="presParOf" srcId="{BF8A0377-B647-4C0E-AC0F-9611D7C356D4}" destId="{27FED2AD-BA54-41F8-BCF2-629D616ABDAF}" srcOrd="0" destOrd="0" presId="urn:microsoft.com/office/officeart/2005/8/layout/orgChart1"/>
    <dgm:cxn modelId="{6C1B61C8-A1D2-4AB6-8BDB-76B58AABF677}" type="presParOf" srcId="{BF8A0377-B647-4C0E-AC0F-9611D7C356D4}" destId="{1E916CF1-06A6-42EB-BFE0-60DCDC4893E9}" srcOrd="1" destOrd="0" presId="urn:microsoft.com/office/officeart/2005/8/layout/orgChart1"/>
    <dgm:cxn modelId="{6682A2CA-E3EB-4304-AC09-7C143FC531F1}" type="presParOf" srcId="{15D276B5-3488-4F7D-B81D-41BE3930D29D}" destId="{2498A2AD-7326-44EF-AEF9-8C1C0D2B710B}" srcOrd="1" destOrd="0" presId="urn:microsoft.com/office/officeart/2005/8/layout/orgChart1"/>
    <dgm:cxn modelId="{CFE78A5B-134F-4BAA-89DC-CE57D5D59131}" type="presParOf" srcId="{2498A2AD-7326-44EF-AEF9-8C1C0D2B710B}" destId="{53C7D2D2-2EBA-493A-A573-5121F3F3AFB8}" srcOrd="0" destOrd="0" presId="urn:microsoft.com/office/officeart/2005/8/layout/orgChart1"/>
    <dgm:cxn modelId="{0CA08279-A234-44DC-B5B1-F7DF70B7BE2F}" type="presParOf" srcId="{2498A2AD-7326-44EF-AEF9-8C1C0D2B710B}" destId="{5A7B7249-31FD-4F5A-BC9F-BE97AFB0D58E}" srcOrd="1" destOrd="0" presId="urn:microsoft.com/office/officeart/2005/8/layout/orgChart1"/>
    <dgm:cxn modelId="{1ABB276D-464B-4427-BBC6-15609890B133}" type="presParOf" srcId="{5A7B7249-31FD-4F5A-BC9F-BE97AFB0D58E}" destId="{A9DE8E27-042C-4684-BD2D-301F3B5D2C9D}" srcOrd="0" destOrd="0" presId="urn:microsoft.com/office/officeart/2005/8/layout/orgChart1"/>
    <dgm:cxn modelId="{8673F73E-AA99-47F2-BEB7-D16B5FEA07AE}" type="presParOf" srcId="{A9DE8E27-042C-4684-BD2D-301F3B5D2C9D}" destId="{4DB0FEA4-7BF2-44EA-8EE9-52E26FF28C01}" srcOrd="0" destOrd="0" presId="urn:microsoft.com/office/officeart/2005/8/layout/orgChart1"/>
    <dgm:cxn modelId="{7E7C66A8-8DC9-4E6C-B238-204CC384D70E}" type="presParOf" srcId="{A9DE8E27-042C-4684-BD2D-301F3B5D2C9D}" destId="{E181EB7C-19F2-4D9F-A2D7-CDA3CDC02434}" srcOrd="1" destOrd="0" presId="urn:microsoft.com/office/officeart/2005/8/layout/orgChart1"/>
    <dgm:cxn modelId="{E3B775D2-DEC6-493D-B6C9-4AB2DE08EBFB}" type="presParOf" srcId="{5A7B7249-31FD-4F5A-BC9F-BE97AFB0D58E}" destId="{6DD66CDC-1A99-4071-80CB-D7F15ECAB064}" srcOrd="1" destOrd="0" presId="urn:microsoft.com/office/officeart/2005/8/layout/orgChart1"/>
    <dgm:cxn modelId="{F616ABB9-3211-4A36-8B9F-002E635D130D}" type="presParOf" srcId="{6DD66CDC-1A99-4071-80CB-D7F15ECAB064}" destId="{27DBD288-82F1-440F-AEA6-E94692E979E0}" srcOrd="0" destOrd="0" presId="urn:microsoft.com/office/officeart/2005/8/layout/orgChart1"/>
    <dgm:cxn modelId="{7811BC26-49D5-4462-B163-25DA65243E93}" type="presParOf" srcId="{6DD66CDC-1A99-4071-80CB-D7F15ECAB064}" destId="{66DF7921-7161-4D4B-A0EA-BFBE31943D03}" srcOrd="1" destOrd="0" presId="urn:microsoft.com/office/officeart/2005/8/layout/orgChart1"/>
    <dgm:cxn modelId="{D394E69B-0AA3-4EBD-A66C-00D7D907991D}" type="presParOf" srcId="{66DF7921-7161-4D4B-A0EA-BFBE31943D03}" destId="{3B04E12F-D781-45E7-A9C3-A0DB103EDB3C}" srcOrd="0" destOrd="0" presId="urn:microsoft.com/office/officeart/2005/8/layout/orgChart1"/>
    <dgm:cxn modelId="{D389E0E3-1661-4416-BF1F-005FB9CE0CE5}" type="presParOf" srcId="{3B04E12F-D781-45E7-A9C3-A0DB103EDB3C}" destId="{E017BDEB-56C8-487C-A488-0AAB12480ED8}" srcOrd="0" destOrd="0" presId="urn:microsoft.com/office/officeart/2005/8/layout/orgChart1"/>
    <dgm:cxn modelId="{258258C3-D7DA-4839-B58F-366BC52D72E1}" type="presParOf" srcId="{3B04E12F-D781-45E7-A9C3-A0DB103EDB3C}" destId="{1BD81339-00B7-44B3-A7E7-AC604722A71E}" srcOrd="1" destOrd="0" presId="urn:microsoft.com/office/officeart/2005/8/layout/orgChart1"/>
    <dgm:cxn modelId="{1F73DFE2-3E1F-479A-A93F-5B5730B2C6B0}" type="presParOf" srcId="{66DF7921-7161-4D4B-A0EA-BFBE31943D03}" destId="{0BE7CF75-8144-4E77-A3A9-B80C023DF397}" srcOrd="1" destOrd="0" presId="urn:microsoft.com/office/officeart/2005/8/layout/orgChart1"/>
    <dgm:cxn modelId="{73411B6F-7750-446E-9C70-16F4DF261F8B}" type="presParOf" srcId="{66DF7921-7161-4D4B-A0EA-BFBE31943D03}" destId="{AF113BE0-7996-4EF2-9018-259D3A8E826E}" srcOrd="2" destOrd="0" presId="urn:microsoft.com/office/officeart/2005/8/layout/orgChart1"/>
    <dgm:cxn modelId="{141DDC2F-CBFB-484F-BAC0-CF288EDBF4A0}" type="presParOf" srcId="{5A7B7249-31FD-4F5A-BC9F-BE97AFB0D58E}" destId="{B2D01604-F2D7-4F26-B361-F20E7D7ACB48}" srcOrd="2" destOrd="0" presId="urn:microsoft.com/office/officeart/2005/8/layout/orgChart1"/>
    <dgm:cxn modelId="{3D8FE63B-8140-46E3-8256-F80A5810CE9A}" type="presParOf" srcId="{15D276B5-3488-4F7D-B81D-41BE3930D29D}" destId="{77516A39-EFBC-4CAC-9269-0B056F8A4683}" srcOrd="2" destOrd="0" presId="urn:microsoft.com/office/officeart/2005/8/layout/orgChart1"/>
    <dgm:cxn modelId="{F4DBDCA4-C33B-4D47-8C40-806F36722BC5}" type="presParOf" srcId="{93D2E835-382F-4B26-A36E-19239CAC07BB}" destId="{4EA902B8-BD47-4A05-AF0F-8D8ABE29B770}" srcOrd="6" destOrd="0" presId="urn:microsoft.com/office/officeart/2005/8/layout/orgChart1"/>
    <dgm:cxn modelId="{4A536E66-87F2-4F45-9127-9DC5E2B49F6D}" type="presParOf" srcId="{93D2E835-382F-4B26-A36E-19239CAC07BB}" destId="{96BB0057-6803-4C32-AD73-79BB8BD10220}" srcOrd="7" destOrd="0" presId="urn:microsoft.com/office/officeart/2005/8/layout/orgChart1"/>
    <dgm:cxn modelId="{2CAD88C9-160B-4D2E-B81A-2758EE6D56F1}" type="presParOf" srcId="{96BB0057-6803-4C32-AD73-79BB8BD10220}" destId="{B93ED8AB-F05D-4B76-AEFD-2799510C9DE4}" srcOrd="0" destOrd="0" presId="urn:microsoft.com/office/officeart/2005/8/layout/orgChart1"/>
    <dgm:cxn modelId="{F0431F27-9209-4BCE-B74F-7EDA33C90187}" type="presParOf" srcId="{B93ED8AB-F05D-4B76-AEFD-2799510C9DE4}" destId="{A310E87F-0358-44CC-BAE7-7AA3B667F5D2}" srcOrd="0" destOrd="0" presId="urn:microsoft.com/office/officeart/2005/8/layout/orgChart1"/>
    <dgm:cxn modelId="{DD544D59-F49E-48F5-B75B-6DD8047021C9}" type="presParOf" srcId="{B93ED8AB-F05D-4B76-AEFD-2799510C9DE4}" destId="{4394D8AB-586D-4443-B675-F0594929B144}" srcOrd="1" destOrd="0" presId="urn:microsoft.com/office/officeart/2005/8/layout/orgChart1"/>
    <dgm:cxn modelId="{EB151A17-8158-42FB-8420-C38750BB7DF4}" type="presParOf" srcId="{96BB0057-6803-4C32-AD73-79BB8BD10220}" destId="{33D962EE-507D-45BF-BB46-5267879DB9BF}" srcOrd="1" destOrd="0" presId="urn:microsoft.com/office/officeart/2005/8/layout/orgChart1"/>
    <dgm:cxn modelId="{F04F1AFC-D13E-4DC8-94C9-6F1B94704245}" type="presParOf" srcId="{33D962EE-507D-45BF-BB46-5267879DB9BF}" destId="{1FBB300C-F0E3-4527-89E6-B6B5AB2C09A4}" srcOrd="0" destOrd="0" presId="urn:microsoft.com/office/officeart/2005/8/layout/orgChart1"/>
    <dgm:cxn modelId="{87C02CBC-C537-4001-BED4-C3E813E8EA5C}" type="presParOf" srcId="{33D962EE-507D-45BF-BB46-5267879DB9BF}" destId="{53EE937E-6C80-4472-B1FF-FD6B610B8AAC}" srcOrd="1" destOrd="0" presId="urn:microsoft.com/office/officeart/2005/8/layout/orgChart1"/>
    <dgm:cxn modelId="{E1ACBEA8-DBF0-440F-B408-98EFC4C79B78}" type="presParOf" srcId="{53EE937E-6C80-4472-B1FF-FD6B610B8AAC}" destId="{9D7AD1B3-6BF5-4C46-AAC8-D182444BF726}" srcOrd="0" destOrd="0" presId="urn:microsoft.com/office/officeart/2005/8/layout/orgChart1"/>
    <dgm:cxn modelId="{F1E3A53B-4E20-4516-9876-8724E6AA69DC}" type="presParOf" srcId="{9D7AD1B3-6BF5-4C46-AAC8-D182444BF726}" destId="{6C25FF2A-3213-4F40-A2E8-CBB9A5F3C6A6}" srcOrd="0" destOrd="0" presId="urn:microsoft.com/office/officeart/2005/8/layout/orgChart1"/>
    <dgm:cxn modelId="{006540BA-26E8-4DC6-A365-AF2E4F7ADB5C}" type="presParOf" srcId="{9D7AD1B3-6BF5-4C46-AAC8-D182444BF726}" destId="{270578D9-40CD-4D86-A5DB-1382237DB95F}" srcOrd="1" destOrd="0" presId="urn:microsoft.com/office/officeart/2005/8/layout/orgChart1"/>
    <dgm:cxn modelId="{64A34C38-9383-486D-9396-64217044B4A3}" type="presParOf" srcId="{53EE937E-6C80-4472-B1FF-FD6B610B8AAC}" destId="{EE380902-F67C-4A67-986D-17BF944D144B}" srcOrd="1" destOrd="0" presId="urn:microsoft.com/office/officeart/2005/8/layout/orgChart1"/>
    <dgm:cxn modelId="{367A4F9D-A615-4461-8405-4DD0E794FA3B}" type="presParOf" srcId="{EE380902-F67C-4A67-986D-17BF944D144B}" destId="{4C2B5E2B-405A-4369-A08C-025CD39E0DEF}" srcOrd="0" destOrd="0" presId="urn:microsoft.com/office/officeart/2005/8/layout/orgChart1"/>
    <dgm:cxn modelId="{D14197AA-CE7E-4C11-915A-DF179FA57153}" type="presParOf" srcId="{EE380902-F67C-4A67-986D-17BF944D144B}" destId="{486DB9B9-A929-4F06-BD0D-7649C1DC6CC6}" srcOrd="1" destOrd="0" presId="urn:microsoft.com/office/officeart/2005/8/layout/orgChart1"/>
    <dgm:cxn modelId="{527D025A-F7FD-42D0-8D3D-37928217DAC3}" type="presParOf" srcId="{486DB9B9-A929-4F06-BD0D-7649C1DC6CC6}" destId="{F018C079-47D5-4642-85B9-5D5CF20ACA8C}" srcOrd="0" destOrd="0" presId="urn:microsoft.com/office/officeart/2005/8/layout/orgChart1"/>
    <dgm:cxn modelId="{33C3705A-B3D3-40E3-816C-5D8C888B096C}" type="presParOf" srcId="{F018C079-47D5-4642-85B9-5D5CF20ACA8C}" destId="{D97B857E-CE3E-4173-AF9F-8CC1FEAB7655}" srcOrd="0" destOrd="0" presId="urn:microsoft.com/office/officeart/2005/8/layout/orgChart1"/>
    <dgm:cxn modelId="{EE53ACE3-1B91-4D59-88CE-D8F269B2A7C5}" type="presParOf" srcId="{F018C079-47D5-4642-85B9-5D5CF20ACA8C}" destId="{E351D621-B281-470C-8950-D47F77665609}" srcOrd="1" destOrd="0" presId="urn:microsoft.com/office/officeart/2005/8/layout/orgChart1"/>
    <dgm:cxn modelId="{9BE7C891-DFD9-41E0-BEEC-475377790351}" type="presParOf" srcId="{486DB9B9-A929-4F06-BD0D-7649C1DC6CC6}" destId="{07D8FFEE-317C-4580-8972-E48F6006A379}" srcOrd="1" destOrd="0" presId="urn:microsoft.com/office/officeart/2005/8/layout/orgChart1"/>
    <dgm:cxn modelId="{2DBCABDB-51FE-4F87-BF49-BC5ED358BC74}" type="presParOf" srcId="{486DB9B9-A929-4F06-BD0D-7649C1DC6CC6}" destId="{B0066C8B-9C5E-4ABC-A4D9-7D8B67FDD1B1}" srcOrd="2" destOrd="0" presId="urn:microsoft.com/office/officeart/2005/8/layout/orgChart1"/>
    <dgm:cxn modelId="{2E133D89-66C0-45C8-B2E3-5AC4E2CDA637}" type="presParOf" srcId="{53EE937E-6C80-4472-B1FF-FD6B610B8AAC}" destId="{AF8556EC-C350-4F45-8ADE-3AE7940614C4}" srcOrd="2" destOrd="0" presId="urn:microsoft.com/office/officeart/2005/8/layout/orgChart1"/>
    <dgm:cxn modelId="{9D378635-17D3-40E2-B25B-371E2B273703}" type="presParOf" srcId="{96BB0057-6803-4C32-AD73-79BB8BD10220}" destId="{565EDF4C-4EA5-4EA4-A6AC-FB37F68A8780}" srcOrd="2" destOrd="0" presId="urn:microsoft.com/office/officeart/2005/8/layout/orgChart1"/>
    <dgm:cxn modelId="{46183613-4A5E-4AA4-8363-6A4489E01053}" type="presParOf" srcId="{93D2E835-382F-4B26-A36E-19239CAC07BB}" destId="{4709F5BA-5D77-4AF8-A9D8-247884B59E15}" srcOrd="8" destOrd="0" presId="urn:microsoft.com/office/officeart/2005/8/layout/orgChart1"/>
    <dgm:cxn modelId="{E4A1B7D0-DE7F-4A7F-9272-911EF0619EB1}" type="presParOf" srcId="{93D2E835-382F-4B26-A36E-19239CAC07BB}" destId="{3F35AF46-DFC4-4D43-BB49-041820B6ACFB}" srcOrd="9" destOrd="0" presId="urn:microsoft.com/office/officeart/2005/8/layout/orgChart1"/>
    <dgm:cxn modelId="{21A8FF42-066F-451C-9D2E-3C0532773146}" type="presParOf" srcId="{3F35AF46-DFC4-4D43-BB49-041820B6ACFB}" destId="{CAD55330-A838-43EB-83BC-C592B5B3DC83}" srcOrd="0" destOrd="0" presId="urn:microsoft.com/office/officeart/2005/8/layout/orgChart1"/>
    <dgm:cxn modelId="{E5278BBE-3886-4592-BF31-D56F05C89B01}" type="presParOf" srcId="{CAD55330-A838-43EB-83BC-C592B5B3DC83}" destId="{1C983424-27EF-48C7-9752-A0C9FD214FA8}" srcOrd="0" destOrd="0" presId="urn:microsoft.com/office/officeart/2005/8/layout/orgChart1"/>
    <dgm:cxn modelId="{3E77613D-CFB0-4C0A-8FD6-3C63F9F3C6CC}" type="presParOf" srcId="{CAD55330-A838-43EB-83BC-C592B5B3DC83}" destId="{0E0087DD-15D9-4344-9C59-8885927AA6CF}" srcOrd="1" destOrd="0" presId="urn:microsoft.com/office/officeart/2005/8/layout/orgChart1"/>
    <dgm:cxn modelId="{5558AAAC-0A1A-4BFD-84AA-1C0A1314962A}" type="presParOf" srcId="{3F35AF46-DFC4-4D43-BB49-041820B6ACFB}" destId="{94EB497A-8BA0-4293-8133-69F04346B5A9}" srcOrd="1" destOrd="0" presId="urn:microsoft.com/office/officeart/2005/8/layout/orgChart1"/>
    <dgm:cxn modelId="{FECBDF69-8EFE-4CA0-8B57-A9A129DAE2C5}" type="presParOf" srcId="{94EB497A-8BA0-4293-8133-69F04346B5A9}" destId="{F372D543-448D-4EF1-839C-68A957BD12FE}" srcOrd="0" destOrd="0" presId="urn:microsoft.com/office/officeart/2005/8/layout/orgChart1"/>
    <dgm:cxn modelId="{88D43CEA-18BE-477D-A512-0A247EBD0702}" type="presParOf" srcId="{94EB497A-8BA0-4293-8133-69F04346B5A9}" destId="{97F8A776-5919-4FE6-90A6-23484D1F408A}" srcOrd="1" destOrd="0" presId="urn:microsoft.com/office/officeart/2005/8/layout/orgChart1"/>
    <dgm:cxn modelId="{766BA17F-FD1A-48DA-9EFC-1547F98DCC09}" type="presParOf" srcId="{97F8A776-5919-4FE6-90A6-23484D1F408A}" destId="{EC29288A-0530-4A88-B7F4-770169D039BD}" srcOrd="0" destOrd="0" presId="urn:microsoft.com/office/officeart/2005/8/layout/orgChart1"/>
    <dgm:cxn modelId="{4C58F3A0-BD38-48A5-A05C-73AD3E092210}" type="presParOf" srcId="{EC29288A-0530-4A88-B7F4-770169D039BD}" destId="{95410931-8B58-4534-A9BF-E607FB36DF4E}" srcOrd="0" destOrd="0" presId="urn:microsoft.com/office/officeart/2005/8/layout/orgChart1"/>
    <dgm:cxn modelId="{49F3FB27-B011-408C-8280-B03A28536EFF}" type="presParOf" srcId="{EC29288A-0530-4A88-B7F4-770169D039BD}" destId="{A5D6D043-8633-43E3-8319-39869E3957EE}" srcOrd="1" destOrd="0" presId="urn:microsoft.com/office/officeart/2005/8/layout/orgChart1"/>
    <dgm:cxn modelId="{3E7F4233-5801-4846-B619-3EF64DCA94F9}" type="presParOf" srcId="{97F8A776-5919-4FE6-90A6-23484D1F408A}" destId="{7FCB40BB-2774-4151-98CF-25CED9703240}" srcOrd="1" destOrd="0" presId="urn:microsoft.com/office/officeart/2005/8/layout/orgChart1"/>
    <dgm:cxn modelId="{7AB8CAB6-FC43-47DA-89B8-83EC7E180374}" type="presParOf" srcId="{7FCB40BB-2774-4151-98CF-25CED9703240}" destId="{EDDE3A57-025D-4897-AFFF-751262373EBF}" srcOrd="0" destOrd="0" presId="urn:microsoft.com/office/officeart/2005/8/layout/orgChart1"/>
    <dgm:cxn modelId="{3ABAD70F-2ED1-4B69-8665-15D0CC659A54}" type="presParOf" srcId="{7FCB40BB-2774-4151-98CF-25CED9703240}" destId="{E720681A-3E95-4C1B-9B53-492E69A0D7AD}" srcOrd="1" destOrd="0" presId="urn:microsoft.com/office/officeart/2005/8/layout/orgChart1"/>
    <dgm:cxn modelId="{D89B00B9-A84F-4709-9749-01FE153E8A20}" type="presParOf" srcId="{E720681A-3E95-4C1B-9B53-492E69A0D7AD}" destId="{11398BFE-492E-42D5-BF12-B1A6CE5D12F9}" srcOrd="0" destOrd="0" presId="urn:microsoft.com/office/officeart/2005/8/layout/orgChart1"/>
    <dgm:cxn modelId="{4E4A49B8-C011-4060-832C-151056A87D96}" type="presParOf" srcId="{11398BFE-492E-42D5-BF12-B1A6CE5D12F9}" destId="{0F287E40-52E3-4452-946E-79584CD0BED5}" srcOrd="0" destOrd="0" presId="urn:microsoft.com/office/officeart/2005/8/layout/orgChart1"/>
    <dgm:cxn modelId="{71CE6DA4-F916-4C7D-B0BE-CB359DF70FCF}" type="presParOf" srcId="{11398BFE-492E-42D5-BF12-B1A6CE5D12F9}" destId="{9C7901F8-8872-4F90-92E1-F487A523C69D}" srcOrd="1" destOrd="0" presId="urn:microsoft.com/office/officeart/2005/8/layout/orgChart1"/>
    <dgm:cxn modelId="{139F0E35-4EEF-4444-9170-A3ABC7387A12}" type="presParOf" srcId="{E720681A-3E95-4C1B-9B53-492E69A0D7AD}" destId="{D4EDDCDE-46AE-46D2-A121-1524DFECE6E3}" srcOrd="1" destOrd="0" presId="urn:microsoft.com/office/officeart/2005/8/layout/orgChart1"/>
    <dgm:cxn modelId="{1FDE2295-6575-4229-8EF4-169E161D8013}" type="presParOf" srcId="{E720681A-3E95-4C1B-9B53-492E69A0D7AD}" destId="{3A9C1270-F99A-4914-8EF4-2E8653864159}" srcOrd="2" destOrd="0" presId="urn:microsoft.com/office/officeart/2005/8/layout/orgChart1"/>
    <dgm:cxn modelId="{C44C9E6E-4641-4177-B8B9-9B7389295431}" type="presParOf" srcId="{97F8A776-5919-4FE6-90A6-23484D1F408A}" destId="{79F38EF6-079E-4442-9F67-DE4072CDA83A}" srcOrd="2" destOrd="0" presId="urn:microsoft.com/office/officeart/2005/8/layout/orgChart1"/>
    <dgm:cxn modelId="{91E2C4F2-D737-4698-8425-ED513B110BBD}" type="presParOf" srcId="{3F35AF46-DFC4-4D43-BB49-041820B6ACFB}" destId="{068464F6-4219-4E05-9090-B609F45B5C4A}" srcOrd="2" destOrd="0" presId="urn:microsoft.com/office/officeart/2005/8/layout/orgChart1"/>
    <dgm:cxn modelId="{B87164A0-845C-49A0-BA63-8F74D51306D0}" type="presParOf" srcId="{93D2E835-382F-4B26-A36E-19239CAC07BB}" destId="{D62FFC95-CD3B-49E9-8DB6-016D704816F1}" srcOrd="10" destOrd="0" presId="urn:microsoft.com/office/officeart/2005/8/layout/orgChart1"/>
    <dgm:cxn modelId="{47387F34-5AB2-4F62-A808-6664D3D1F4D0}" type="presParOf" srcId="{93D2E835-382F-4B26-A36E-19239CAC07BB}" destId="{24DD1782-AE9B-4405-AD6F-1695F55E2F1C}" srcOrd="11" destOrd="0" presId="urn:microsoft.com/office/officeart/2005/8/layout/orgChart1"/>
    <dgm:cxn modelId="{98AE5AB4-9751-4887-88C2-887A814C80AF}" type="presParOf" srcId="{24DD1782-AE9B-4405-AD6F-1695F55E2F1C}" destId="{1116D6A0-A82E-487B-B367-F9261A13E483}" srcOrd="0" destOrd="0" presId="urn:microsoft.com/office/officeart/2005/8/layout/orgChart1"/>
    <dgm:cxn modelId="{6998F49D-FA3C-4D54-A4A3-60910F62FC03}" type="presParOf" srcId="{1116D6A0-A82E-487B-B367-F9261A13E483}" destId="{F116D8DA-194A-4467-925B-34EB553EB8E4}" srcOrd="0" destOrd="0" presId="urn:microsoft.com/office/officeart/2005/8/layout/orgChart1"/>
    <dgm:cxn modelId="{E80F2126-E55D-46AB-A446-527DFD74C16C}" type="presParOf" srcId="{1116D6A0-A82E-487B-B367-F9261A13E483}" destId="{7C8EA5E5-4F39-4592-AEF9-32BA92942040}" srcOrd="1" destOrd="0" presId="urn:microsoft.com/office/officeart/2005/8/layout/orgChart1"/>
    <dgm:cxn modelId="{F562C9A2-1EAF-4CDC-A149-ACA4F2FAEF08}" type="presParOf" srcId="{24DD1782-AE9B-4405-AD6F-1695F55E2F1C}" destId="{F2BD2825-6E8F-45C8-8803-2ACF00C77D74}" srcOrd="1" destOrd="0" presId="urn:microsoft.com/office/officeart/2005/8/layout/orgChart1"/>
    <dgm:cxn modelId="{A77E45D7-E8B6-4895-8354-F9F787ED77AC}" type="presParOf" srcId="{F2BD2825-6E8F-45C8-8803-2ACF00C77D74}" destId="{507A2966-56A4-4B36-9830-53CA451C4A83}" srcOrd="0" destOrd="0" presId="urn:microsoft.com/office/officeart/2005/8/layout/orgChart1"/>
    <dgm:cxn modelId="{A35D4720-D92E-4EA5-A416-0C709FBBA0F9}" type="presParOf" srcId="{F2BD2825-6E8F-45C8-8803-2ACF00C77D74}" destId="{52FEA6B6-CB90-4969-91D1-A640E3C9C9D0}" srcOrd="1" destOrd="0" presId="urn:microsoft.com/office/officeart/2005/8/layout/orgChart1"/>
    <dgm:cxn modelId="{CBE9514C-2C17-4C0F-8A76-3954BD890AF3}" type="presParOf" srcId="{52FEA6B6-CB90-4969-91D1-A640E3C9C9D0}" destId="{2EA2625C-D20E-4A4B-BE65-549186FF153D}" srcOrd="0" destOrd="0" presId="urn:microsoft.com/office/officeart/2005/8/layout/orgChart1"/>
    <dgm:cxn modelId="{519456FD-1EA0-4361-83D5-D33EEDE1679B}" type="presParOf" srcId="{2EA2625C-D20E-4A4B-BE65-549186FF153D}" destId="{D1ACB685-361F-45EC-9A3F-5FAB9EE58D93}" srcOrd="0" destOrd="0" presId="urn:microsoft.com/office/officeart/2005/8/layout/orgChart1"/>
    <dgm:cxn modelId="{1C6F5F28-6899-42AB-9CCA-D4E2E7B4EFD2}" type="presParOf" srcId="{2EA2625C-D20E-4A4B-BE65-549186FF153D}" destId="{21E20E5D-3070-4503-8234-C1BD014C69DE}" srcOrd="1" destOrd="0" presId="urn:microsoft.com/office/officeart/2005/8/layout/orgChart1"/>
    <dgm:cxn modelId="{7F106C19-9B44-4633-974F-93E5DFA86864}" type="presParOf" srcId="{52FEA6B6-CB90-4969-91D1-A640E3C9C9D0}" destId="{08D3DA0E-6E0D-4C05-9BAC-D15AAB1B56FB}" srcOrd="1" destOrd="0" presId="urn:microsoft.com/office/officeart/2005/8/layout/orgChart1"/>
    <dgm:cxn modelId="{D87542E3-8814-45E7-B788-B86BFD0931A7}" type="presParOf" srcId="{08D3DA0E-6E0D-4C05-9BAC-D15AAB1B56FB}" destId="{FD7BFCA9-1E09-42AA-BEB5-C6F0D2373351}" srcOrd="0" destOrd="0" presId="urn:microsoft.com/office/officeart/2005/8/layout/orgChart1"/>
    <dgm:cxn modelId="{F0788E3F-B498-46AB-A99F-CF7A09AF2DF3}" type="presParOf" srcId="{08D3DA0E-6E0D-4C05-9BAC-D15AAB1B56FB}" destId="{FC48E12C-A3F2-4C0C-9AB0-12A1861FEA18}" srcOrd="1" destOrd="0" presId="urn:microsoft.com/office/officeart/2005/8/layout/orgChart1"/>
    <dgm:cxn modelId="{A9B6F6E9-63D7-4CE9-93E2-097840A1CE5D}" type="presParOf" srcId="{FC48E12C-A3F2-4C0C-9AB0-12A1861FEA18}" destId="{1C0871D2-CECA-4C87-8E90-C68958025414}" srcOrd="0" destOrd="0" presId="urn:microsoft.com/office/officeart/2005/8/layout/orgChart1"/>
    <dgm:cxn modelId="{E189D346-E20C-4668-8A49-FA95056E30B8}" type="presParOf" srcId="{1C0871D2-CECA-4C87-8E90-C68958025414}" destId="{88850DE1-8808-4773-A155-69AA130E161B}" srcOrd="0" destOrd="0" presId="urn:microsoft.com/office/officeart/2005/8/layout/orgChart1"/>
    <dgm:cxn modelId="{F4028502-5955-4D51-B404-2BB479ADB749}" type="presParOf" srcId="{1C0871D2-CECA-4C87-8E90-C68958025414}" destId="{3C776E97-A297-4602-A9D5-4AAB3A1EFCD9}" srcOrd="1" destOrd="0" presId="urn:microsoft.com/office/officeart/2005/8/layout/orgChart1"/>
    <dgm:cxn modelId="{13733EF1-9DDB-4EFF-AC15-B8269DA7B8F2}" type="presParOf" srcId="{FC48E12C-A3F2-4C0C-9AB0-12A1861FEA18}" destId="{F23BB3E7-3ADF-463D-BE97-A5A43E106920}" srcOrd="1" destOrd="0" presId="urn:microsoft.com/office/officeart/2005/8/layout/orgChart1"/>
    <dgm:cxn modelId="{AB8B1643-B95E-43D3-A999-1356BBA71CEE}" type="presParOf" srcId="{FC48E12C-A3F2-4C0C-9AB0-12A1861FEA18}" destId="{4FA90188-741B-454D-B733-881B40C6601D}" srcOrd="2" destOrd="0" presId="urn:microsoft.com/office/officeart/2005/8/layout/orgChart1"/>
    <dgm:cxn modelId="{0109E180-C5C1-4D5F-AC12-0D180A81A8B3}" type="presParOf" srcId="{52FEA6B6-CB90-4969-91D1-A640E3C9C9D0}" destId="{6AA432BA-3219-41A7-9766-774C99F6D7B7}" srcOrd="2" destOrd="0" presId="urn:microsoft.com/office/officeart/2005/8/layout/orgChart1"/>
    <dgm:cxn modelId="{170855D2-86C7-4739-835D-A6F29BEF3EE9}" type="presParOf" srcId="{24DD1782-AE9B-4405-AD6F-1695F55E2F1C}" destId="{3B8B3AD9-BF05-4DB5-8335-D2577FE5FE3C}" srcOrd="2" destOrd="0" presId="urn:microsoft.com/office/officeart/2005/8/layout/orgChart1"/>
    <dgm:cxn modelId="{6544BF75-CB3B-45ED-A522-4ACAE9915558}" type="presParOf" srcId="{93D2E835-382F-4B26-A36E-19239CAC07BB}" destId="{50079A5F-F863-4282-992E-F8D9129C67E0}" srcOrd="12" destOrd="0" presId="urn:microsoft.com/office/officeart/2005/8/layout/orgChart1"/>
    <dgm:cxn modelId="{26EA2BFE-308E-4559-A9BA-C2F583CB5634}" type="presParOf" srcId="{93D2E835-382F-4B26-A36E-19239CAC07BB}" destId="{754B8EF0-8CA6-4CE1-AC14-7898FADCC71F}" srcOrd="13" destOrd="0" presId="urn:microsoft.com/office/officeart/2005/8/layout/orgChart1"/>
    <dgm:cxn modelId="{3069A6FF-0F73-4512-A5CD-8CDF2B57C7B0}" type="presParOf" srcId="{754B8EF0-8CA6-4CE1-AC14-7898FADCC71F}" destId="{34AD9774-7064-4575-9602-BA2811282D7E}" srcOrd="0" destOrd="0" presId="urn:microsoft.com/office/officeart/2005/8/layout/orgChart1"/>
    <dgm:cxn modelId="{1D26086B-C45D-414A-9B3C-9BD612624A6E}" type="presParOf" srcId="{34AD9774-7064-4575-9602-BA2811282D7E}" destId="{0382AB55-A748-4DE4-93C9-33E2E11931DA}" srcOrd="0" destOrd="0" presId="urn:microsoft.com/office/officeart/2005/8/layout/orgChart1"/>
    <dgm:cxn modelId="{C77A998F-3E1A-4DAC-88D4-03564DBD623E}" type="presParOf" srcId="{34AD9774-7064-4575-9602-BA2811282D7E}" destId="{E03B4BA7-E774-4D0E-B09B-AE59202FBE0B}" srcOrd="1" destOrd="0" presId="urn:microsoft.com/office/officeart/2005/8/layout/orgChart1"/>
    <dgm:cxn modelId="{0733C7A3-3F51-4C08-B7B6-CBFA2E7C5935}" type="presParOf" srcId="{754B8EF0-8CA6-4CE1-AC14-7898FADCC71F}" destId="{F0369149-7F62-422B-A31F-46AB085D0304}" srcOrd="1" destOrd="0" presId="urn:microsoft.com/office/officeart/2005/8/layout/orgChart1"/>
    <dgm:cxn modelId="{05C788A9-ACB1-48B6-976A-7DF7C6AF95A9}" type="presParOf" srcId="{F0369149-7F62-422B-A31F-46AB085D0304}" destId="{30363481-18D7-4414-909A-8B12586D990B}" srcOrd="0" destOrd="0" presId="urn:microsoft.com/office/officeart/2005/8/layout/orgChart1"/>
    <dgm:cxn modelId="{324267E7-6C21-43D1-9080-BCC74D303CD8}" type="presParOf" srcId="{F0369149-7F62-422B-A31F-46AB085D0304}" destId="{35A8ED20-E21F-4304-98D7-25CC85B49369}" srcOrd="1" destOrd="0" presId="urn:microsoft.com/office/officeart/2005/8/layout/orgChart1"/>
    <dgm:cxn modelId="{81A1E254-A294-47F6-BE7F-D6D0D1ED63F9}" type="presParOf" srcId="{35A8ED20-E21F-4304-98D7-25CC85B49369}" destId="{3B299840-564A-435E-A414-5A00650621C6}" srcOrd="0" destOrd="0" presId="urn:microsoft.com/office/officeart/2005/8/layout/orgChart1"/>
    <dgm:cxn modelId="{91316627-E1E3-46ED-83B7-D3E773B56575}" type="presParOf" srcId="{3B299840-564A-435E-A414-5A00650621C6}" destId="{89BADF1B-2A65-4FA9-A5F9-BA27D75D49B9}" srcOrd="0" destOrd="0" presId="urn:microsoft.com/office/officeart/2005/8/layout/orgChart1"/>
    <dgm:cxn modelId="{11A4C449-E985-4525-8F10-9D61818E2077}" type="presParOf" srcId="{3B299840-564A-435E-A414-5A00650621C6}" destId="{F609646F-10FB-49FA-A52C-4845770BD21E}" srcOrd="1" destOrd="0" presId="urn:microsoft.com/office/officeart/2005/8/layout/orgChart1"/>
    <dgm:cxn modelId="{5572EC95-C378-4D48-BDB1-27EE853AA1E3}" type="presParOf" srcId="{35A8ED20-E21F-4304-98D7-25CC85B49369}" destId="{D4D17083-9ACB-4F68-8A1B-EDF1C2E2881F}" srcOrd="1" destOrd="0" presId="urn:microsoft.com/office/officeart/2005/8/layout/orgChart1"/>
    <dgm:cxn modelId="{ED896E54-9292-45E3-961C-CB926F78A14F}" type="presParOf" srcId="{D4D17083-9ACB-4F68-8A1B-EDF1C2E2881F}" destId="{465F9A7E-9682-48FA-97A8-A74BFAA31967}" srcOrd="0" destOrd="0" presId="urn:microsoft.com/office/officeart/2005/8/layout/orgChart1"/>
    <dgm:cxn modelId="{15923082-EB94-4A4A-89AD-9EDBDD601C3B}" type="presParOf" srcId="{D4D17083-9ACB-4F68-8A1B-EDF1C2E2881F}" destId="{FF8E4D29-60C2-4E33-B655-3A1D116B09C5}" srcOrd="1" destOrd="0" presId="urn:microsoft.com/office/officeart/2005/8/layout/orgChart1"/>
    <dgm:cxn modelId="{C1426C3E-17EC-46F9-8545-063069B48F37}" type="presParOf" srcId="{FF8E4D29-60C2-4E33-B655-3A1D116B09C5}" destId="{DE93F1EB-FFF1-448A-99A8-F92040141F09}" srcOrd="0" destOrd="0" presId="urn:microsoft.com/office/officeart/2005/8/layout/orgChart1"/>
    <dgm:cxn modelId="{C1AC1989-2D8B-48A7-A51C-87A6AC2DC934}" type="presParOf" srcId="{DE93F1EB-FFF1-448A-99A8-F92040141F09}" destId="{46BFAF2C-49CA-46A1-B0D6-1D9ECA9F8360}" srcOrd="0" destOrd="0" presId="urn:microsoft.com/office/officeart/2005/8/layout/orgChart1"/>
    <dgm:cxn modelId="{C66BDAB6-5B16-4656-BB95-8C336A2B8921}" type="presParOf" srcId="{DE93F1EB-FFF1-448A-99A8-F92040141F09}" destId="{CE981E13-BE02-4DD3-9252-0E8002B1EFC5}" srcOrd="1" destOrd="0" presId="urn:microsoft.com/office/officeart/2005/8/layout/orgChart1"/>
    <dgm:cxn modelId="{B6BD28A3-F932-4F7F-8557-A18262B8FEDB}" type="presParOf" srcId="{FF8E4D29-60C2-4E33-B655-3A1D116B09C5}" destId="{4E3D694B-AF46-43C8-AE1D-257AD1F21796}" srcOrd="1" destOrd="0" presId="urn:microsoft.com/office/officeart/2005/8/layout/orgChart1"/>
    <dgm:cxn modelId="{38B5CFE4-9B46-4898-A86D-F7B7FEB590B1}" type="presParOf" srcId="{FF8E4D29-60C2-4E33-B655-3A1D116B09C5}" destId="{EC64E6AA-D3DE-4DF3-A3D7-A1B2532AEBDB}" srcOrd="2" destOrd="0" presId="urn:microsoft.com/office/officeart/2005/8/layout/orgChart1"/>
    <dgm:cxn modelId="{321F3F8C-16D2-45C7-8C41-40F795BC616E}" type="presParOf" srcId="{35A8ED20-E21F-4304-98D7-25CC85B49369}" destId="{73355BC3-9A0B-401E-91B4-461C4D917F63}" srcOrd="2" destOrd="0" presId="urn:microsoft.com/office/officeart/2005/8/layout/orgChart1"/>
    <dgm:cxn modelId="{8CCDB78B-933D-4612-A5C1-44604BF385AE}" type="presParOf" srcId="{754B8EF0-8CA6-4CE1-AC14-7898FADCC71F}" destId="{2D5D4D04-8EBD-4356-9D20-228B739DAA8D}" srcOrd="2" destOrd="0" presId="urn:microsoft.com/office/officeart/2005/8/layout/orgChart1"/>
    <dgm:cxn modelId="{2FE8EB39-E19B-4BB6-BDD8-49BB879E2832}" type="presParOf" srcId="{607AA60E-122D-457B-93C0-D9A22033B49E}" destId="{5B6812A2-B7C4-4D79-B60B-6756E1FADCC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5F9A7E-9682-48FA-97A8-A74BFAA31967}">
      <dsp:nvSpPr>
        <dsp:cNvPr id="0" name=""/>
        <dsp:cNvSpPr/>
      </dsp:nvSpPr>
      <dsp:spPr>
        <a:xfrm>
          <a:off x="10146115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363481-18D7-4414-909A-8B12586D990B}">
      <dsp:nvSpPr>
        <dsp:cNvPr id="0" name=""/>
        <dsp:cNvSpPr/>
      </dsp:nvSpPr>
      <dsp:spPr>
        <a:xfrm>
          <a:off x="10560969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079A5F-F863-4282-992E-F8D9129C67E0}">
      <dsp:nvSpPr>
        <dsp:cNvPr id="0" name=""/>
        <dsp:cNvSpPr/>
      </dsp:nvSpPr>
      <dsp:spPr>
        <a:xfrm>
          <a:off x="5630429" y="680423"/>
          <a:ext cx="4930539" cy="860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7548"/>
              </a:lnTo>
              <a:lnTo>
                <a:pt x="4930539" y="717548"/>
              </a:lnTo>
              <a:lnTo>
                <a:pt x="4930539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7BFCA9-1E09-42AA-BEB5-C6F0D2373351}">
      <dsp:nvSpPr>
        <dsp:cNvPr id="0" name=""/>
        <dsp:cNvSpPr/>
      </dsp:nvSpPr>
      <dsp:spPr>
        <a:xfrm>
          <a:off x="8499489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7A2966-56A4-4B36-9830-53CA451C4A83}">
      <dsp:nvSpPr>
        <dsp:cNvPr id="0" name=""/>
        <dsp:cNvSpPr/>
      </dsp:nvSpPr>
      <dsp:spPr>
        <a:xfrm>
          <a:off x="8914344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2FFC95-CD3B-49E9-8DB6-016D704816F1}">
      <dsp:nvSpPr>
        <dsp:cNvPr id="0" name=""/>
        <dsp:cNvSpPr/>
      </dsp:nvSpPr>
      <dsp:spPr>
        <a:xfrm>
          <a:off x="5630429" y="680423"/>
          <a:ext cx="3283914" cy="860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7548"/>
              </a:lnTo>
              <a:lnTo>
                <a:pt x="3283914" y="717548"/>
              </a:lnTo>
              <a:lnTo>
                <a:pt x="3283914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DE3A57-025D-4897-AFFF-751262373EBF}">
      <dsp:nvSpPr>
        <dsp:cNvPr id="0" name=""/>
        <dsp:cNvSpPr/>
      </dsp:nvSpPr>
      <dsp:spPr>
        <a:xfrm>
          <a:off x="6852864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72D543-448D-4EF1-839C-68A957BD12FE}">
      <dsp:nvSpPr>
        <dsp:cNvPr id="0" name=""/>
        <dsp:cNvSpPr/>
      </dsp:nvSpPr>
      <dsp:spPr>
        <a:xfrm>
          <a:off x="7267719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09F5BA-5D77-4AF8-A9D8-247884B59E15}">
      <dsp:nvSpPr>
        <dsp:cNvPr id="0" name=""/>
        <dsp:cNvSpPr/>
      </dsp:nvSpPr>
      <dsp:spPr>
        <a:xfrm>
          <a:off x="5630429" y="680423"/>
          <a:ext cx="1637289" cy="8604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17548"/>
              </a:lnTo>
              <a:lnTo>
                <a:pt x="1637289" y="717548"/>
              </a:lnTo>
              <a:lnTo>
                <a:pt x="1637289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B5E2B-405A-4369-A08C-025CD39E0DEF}">
      <dsp:nvSpPr>
        <dsp:cNvPr id="0" name=""/>
        <dsp:cNvSpPr/>
      </dsp:nvSpPr>
      <dsp:spPr>
        <a:xfrm>
          <a:off x="5206239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BB300C-F0E3-4527-89E6-B6B5AB2C09A4}">
      <dsp:nvSpPr>
        <dsp:cNvPr id="0" name=""/>
        <dsp:cNvSpPr/>
      </dsp:nvSpPr>
      <dsp:spPr>
        <a:xfrm>
          <a:off x="5621094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A902B8-BD47-4A05-AF0F-8D8ABE29B770}">
      <dsp:nvSpPr>
        <dsp:cNvPr id="0" name=""/>
        <dsp:cNvSpPr/>
      </dsp:nvSpPr>
      <dsp:spPr>
        <a:xfrm>
          <a:off x="5575374" y="680423"/>
          <a:ext cx="91440" cy="860437"/>
        </a:xfrm>
        <a:custGeom>
          <a:avLst/>
          <a:gdLst/>
          <a:ahLst/>
          <a:cxnLst/>
          <a:rect l="0" t="0" r="0" b="0"/>
          <a:pathLst>
            <a:path>
              <a:moveTo>
                <a:pt x="55055" y="0"/>
              </a:moveTo>
              <a:lnTo>
                <a:pt x="55055" y="717548"/>
              </a:lnTo>
              <a:lnTo>
                <a:pt x="45720" y="717548"/>
              </a:lnTo>
              <a:lnTo>
                <a:pt x="45720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DBD288-82F1-440F-AEA6-E94692E979E0}">
      <dsp:nvSpPr>
        <dsp:cNvPr id="0" name=""/>
        <dsp:cNvSpPr/>
      </dsp:nvSpPr>
      <dsp:spPr>
        <a:xfrm>
          <a:off x="3559614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C7D2D2-2EBA-493A-A573-5121F3F3AFB8}">
      <dsp:nvSpPr>
        <dsp:cNvPr id="0" name=""/>
        <dsp:cNvSpPr/>
      </dsp:nvSpPr>
      <dsp:spPr>
        <a:xfrm>
          <a:off x="3974469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B4B12E-32DE-4E86-B2B3-222E5F3A444D}">
      <dsp:nvSpPr>
        <dsp:cNvPr id="0" name=""/>
        <dsp:cNvSpPr/>
      </dsp:nvSpPr>
      <dsp:spPr>
        <a:xfrm>
          <a:off x="3974469" y="680423"/>
          <a:ext cx="1655960" cy="860437"/>
        </a:xfrm>
        <a:custGeom>
          <a:avLst/>
          <a:gdLst/>
          <a:ahLst/>
          <a:cxnLst/>
          <a:rect l="0" t="0" r="0" b="0"/>
          <a:pathLst>
            <a:path>
              <a:moveTo>
                <a:pt x="1655960" y="0"/>
              </a:moveTo>
              <a:lnTo>
                <a:pt x="1655960" y="717548"/>
              </a:lnTo>
              <a:lnTo>
                <a:pt x="0" y="717548"/>
              </a:lnTo>
              <a:lnTo>
                <a:pt x="0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C80C49-7F72-49DB-9B56-7D4BDD033122}">
      <dsp:nvSpPr>
        <dsp:cNvPr id="0" name=""/>
        <dsp:cNvSpPr/>
      </dsp:nvSpPr>
      <dsp:spPr>
        <a:xfrm>
          <a:off x="1912989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342B57-19A3-46AC-B549-EC1774173FFD}">
      <dsp:nvSpPr>
        <dsp:cNvPr id="0" name=""/>
        <dsp:cNvSpPr/>
      </dsp:nvSpPr>
      <dsp:spPr>
        <a:xfrm>
          <a:off x="2327843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81DE5E-D8B7-46B6-80A0-D53904116258}">
      <dsp:nvSpPr>
        <dsp:cNvPr id="0" name=""/>
        <dsp:cNvSpPr/>
      </dsp:nvSpPr>
      <dsp:spPr>
        <a:xfrm>
          <a:off x="2327843" y="680423"/>
          <a:ext cx="3302585" cy="860437"/>
        </a:xfrm>
        <a:custGeom>
          <a:avLst/>
          <a:gdLst/>
          <a:ahLst/>
          <a:cxnLst/>
          <a:rect l="0" t="0" r="0" b="0"/>
          <a:pathLst>
            <a:path>
              <a:moveTo>
                <a:pt x="3302585" y="0"/>
              </a:moveTo>
              <a:lnTo>
                <a:pt x="3302585" y="717548"/>
              </a:lnTo>
              <a:lnTo>
                <a:pt x="0" y="717548"/>
              </a:lnTo>
              <a:lnTo>
                <a:pt x="0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49034C-2FDA-400E-B2F5-9021986981A9}">
      <dsp:nvSpPr>
        <dsp:cNvPr id="0" name=""/>
        <dsp:cNvSpPr/>
      </dsp:nvSpPr>
      <dsp:spPr>
        <a:xfrm>
          <a:off x="266364" y="4382276"/>
          <a:ext cx="159777" cy="1064049"/>
        </a:xfrm>
        <a:custGeom>
          <a:avLst/>
          <a:gdLst/>
          <a:ahLst/>
          <a:cxnLst/>
          <a:rect l="0" t="0" r="0" b="0"/>
          <a:pathLst>
            <a:path>
              <a:moveTo>
                <a:pt x="159777" y="0"/>
              </a:moveTo>
              <a:lnTo>
                <a:pt x="0" y="106404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92B946-478D-4B8E-8686-226517FF86E1}">
      <dsp:nvSpPr>
        <dsp:cNvPr id="0" name=""/>
        <dsp:cNvSpPr/>
      </dsp:nvSpPr>
      <dsp:spPr>
        <a:xfrm>
          <a:off x="681218" y="2221284"/>
          <a:ext cx="289261" cy="31424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1351"/>
              </a:lnTo>
              <a:lnTo>
                <a:pt x="289261" y="171351"/>
              </a:lnTo>
              <a:lnTo>
                <a:pt x="289261" y="314240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6E26C9-8248-4050-AAC4-AC5BFD6BC6EE}">
      <dsp:nvSpPr>
        <dsp:cNvPr id="0" name=""/>
        <dsp:cNvSpPr/>
      </dsp:nvSpPr>
      <dsp:spPr>
        <a:xfrm>
          <a:off x="681218" y="680423"/>
          <a:ext cx="4949210" cy="860437"/>
        </a:xfrm>
        <a:custGeom>
          <a:avLst/>
          <a:gdLst/>
          <a:ahLst/>
          <a:cxnLst/>
          <a:rect l="0" t="0" r="0" b="0"/>
          <a:pathLst>
            <a:path>
              <a:moveTo>
                <a:pt x="4949210" y="0"/>
              </a:moveTo>
              <a:lnTo>
                <a:pt x="4949210" y="717548"/>
              </a:lnTo>
              <a:lnTo>
                <a:pt x="0" y="717548"/>
              </a:lnTo>
              <a:lnTo>
                <a:pt x="0" y="860437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E6D61A-9B3D-406D-A663-11D2FBADD68C}">
      <dsp:nvSpPr>
        <dsp:cNvPr id="0" name=""/>
        <dsp:cNvSpPr/>
      </dsp:nvSpPr>
      <dsp:spPr>
        <a:xfrm>
          <a:off x="4059753" y="0"/>
          <a:ext cx="3141352" cy="68042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400" b="1" kern="1200" dirty="0">
              <a:solidFill>
                <a:schemeClr val="tx1"/>
              </a:solidFill>
            </a:rPr>
            <a:t>Conceptos de Calidad</a:t>
          </a:r>
        </a:p>
      </dsp:txBody>
      <dsp:txXfrm>
        <a:off x="4059753" y="0"/>
        <a:ext cx="3141352" cy="680423"/>
      </dsp:txXfrm>
    </dsp:sp>
    <dsp:sp modelId="{6E9DBDD9-5F5F-4E35-9704-C36F3D3B7252}">
      <dsp:nvSpPr>
        <dsp:cNvPr id="0" name=""/>
        <dsp:cNvSpPr/>
      </dsp:nvSpPr>
      <dsp:spPr>
        <a:xfrm>
          <a:off x="795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b="1" kern="1200" dirty="0">
              <a:solidFill>
                <a:schemeClr val="tx1"/>
              </a:solidFill>
            </a:rPr>
            <a:t>Calidad</a:t>
          </a:r>
        </a:p>
      </dsp:txBody>
      <dsp:txXfrm>
        <a:off x="795" y="1540861"/>
        <a:ext cx="1360847" cy="680423"/>
      </dsp:txXfrm>
    </dsp:sp>
    <dsp:sp modelId="{DAC3B39D-6A6F-49B4-BFE5-9EC100B371A3}">
      <dsp:nvSpPr>
        <dsp:cNvPr id="0" name=""/>
        <dsp:cNvSpPr/>
      </dsp:nvSpPr>
      <dsp:spPr>
        <a:xfrm>
          <a:off x="290056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Manera en al que un producto cumple con las funciones esperadas</a:t>
          </a:r>
        </a:p>
      </dsp:txBody>
      <dsp:txXfrm>
        <a:off x="290056" y="2535524"/>
        <a:ext cx="1360847" cy="1846751"/>
      </dsp:txXfrm>
    </dsp:sp>
    <dsp:sp modelId="{BEE9C03B-65EA-47EC-82DB-AAC35C8DC1AE}">
      <dsp:nvSpPr>
        <dsp:cNvPr id="0" name=""/>
        <dsp:cNvSpPr/>
      </dsp:nvSpPr>
      <dsp:spPr>
        <a:xfrm>
          <a:off x="266364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Como revisar que nuestro sistema de chat este hecho satisfactoriamente</a:t>
          </a:r>
        </a:p>
      </dsp:txBody>
      <dsp:txXfrm>
        <a:off x="266364" y="4542924"/>
        <a:ext cx="1360847" cy="1806803"/>
      </dsp:txXfrm>
    </dsp:sp>
    <dsp:sp modelId="{4AD35D22-11FD-4D04-BF9E-5FDD19395E70}">
      <dsp:nvSpPr>
        <dsp:cNvPr id="0" name=""/>
        <dsp:cNvSpPr/>
      </dsp:nvSpPr>
      <dsp:spPr>
        <a:xfrm>
          <a:off x="1647420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600" b="1" kern="1200" dirty="0">
              <a:solidFill>
                <a:schemeClr val="tx1"/>
              </a:solidFill>
            </a:rPr>
            <a:t>QA</a:t>
          </a:r>
        </a:p>
      </dsp:txBody>
      <dsp:txXfrm>
        <a:off x="1647420" y="1540861"/>
        <a:ext cx="1360847" cy="680423"/>
      </dsp:txXfrm>
    </dsp:sp>
    <dsp:sp modelId="{C8815E2C-77D4-47D7-A8A0-15762D70669A}">
      <dsp:nvSpPr>
        <dsp:cNvPr id="0" name=""/>
        <dsp:cNvSpPr/>
      </dsp:nvSpPr>
      <dsp:spPr>
        <a:xfrm>
          <a:off x="1936682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Actividades que previenen los errores de un proyecto</a:t>
          </a:r>
        </a:p>
      </dsp:txBody>
      <dsp:txXfrm>
        <a:off x="1936682" y="2535524"/>
        <a:ext cx="1360847" cy="1846751"/>
      </dsp:txXfrm>
    </dsp:sp>
    <dsp:sp modelId="{90052F89-705B-43F2-B59C-2D17272EB98D}">
      <dsp:nvSpPr>
        <dsp:cNvPr id="0" name=""/>
        <dsp:cNvSpPr/>
      </dsp:nvSpPr>
      <dsp:spPr>
        <a:xfrm>
          <a:off x="1912989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Como ir revisando constantemente el cumplimiento de los RF Y RNF</a:t>
          </a:r>
        </a:p>
      </dsp:txBody>
      <dsp:txXfrm>
        <a:off x="1912989" y="4542924"/>
        <a:ext cx="1360847" cy="1806803"/>
      </dsp:txXfrm>
    </dsp:sp>
    <dsp:sp modelId="{27FED2AD-BA54-41F8-BCF2-629D616ABDAF}">
      <dsp:nvSpPr>
        <dsp:cNvPr id="0" name=""/>
        <dsp:cNvSpPr/>
      </dsp:nvSpPr>
      <dsp:spPr>
        <a:xfrm>
          <a:off x="3294045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000" b="1" kern="1200" dirty="0">
              <a:solidFill>
                <a:schemeClr val="tx1"/>
              </a:solidFill>
            </a:rPr>
            <a:t>QC</a:t>
          </a:r>
        </a:p>
      </dsp:txBody>
      <dsp:txXfrm>
        <a:off x="3294045" y="1540861"/>
        <a:ext cx="1360847" cy="680423"/>
      </dsp:txXfrm>
    </dsp:sp>
    <dsp:sp modelId="{4DB0FEA4-7BF2-44EA-8EE9-52E26FF28C01}">
      <dsp:nvSpPr>
        <dsp:cNvPr id="0" name=""/>
        <dsp:cNvSpPr/>
      </dsp:nvSpPr>
      <dsp:spPr>
        <a:xfrm>
          <a:off x="3583307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tx1"/>
              </a:solidFill>
            </a:rPr>
            <a:t>Actividades de corrección ante un producto supuestamente finalizado y antes de entregarlo</a:t>
          </a:r>
        </a:p>
      </dsp:txBody>
      <dsp:txXfrm>
        <a:off x="3583307" y="2535524"/>
        <a:ext cx="1360847" cy="1846751"/>
      </dsp:txXfrm>
    </dsp:sp>
    <dsp:sp modelId="{E017BDEB-56C8-487C-A488-0AAB12480ED8}">
      <dsp:nvSpPr>
        <dsp:cNvPr id="0" name=""/>
        <dsp:cNvSpPr/>
      </dsp:nvSpPr>
      <dsp:spPr>
        <a:xfrm>
          <a:off x="3559614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Como por ejemplo dar un repaso final a todos los casos de uso antes de entregar</a:t>
          </a:r>
        </a:p>
      </dsp:txBody>
      <dsp:txXfrm>
        <a:off x="3559614" y="4542924"/>
        <a:ext cx="1360847" cy="1806803"/>
      </dsp:txXfrm>
    </dsp:sp>
    <dsp:sp modelId="{A310E87F-0358-44CC-BAE7-7AA3B667F5D2}">
      <dsp:nvSpPr>
        <dsp:cNvPr id="0" name=""/>
        <dsp:cNvSpPr/>
      </dsp:nvSpPr>
      <dsp:spPr>
        <a:xfrm>
          <a:off x="4940670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800" b="1" kern="1200" dirty="0">
              <a:solidFill>
                <a:schemeClr val="tx1"/>
              </a:solidFill>
            </a:rPr>
            <a:t>Testing</a:t>
          </a:r>
        </a:p>
      </dsp:txBody>
      <dsp:txXfrm>
        <a:off x="4940670" y="1540861"/>
        <a:ext cx="1360847" cy="680423"/>
      </dsp:txXfrm>
    </dsp:sp>
    <dsp:sp modelId="{6C25FF2A-3213-4F40-A2E8-CBB9A5F3C6A6}">
      <dsp:nvSpPr>
        <dsp:cNvPr id="0" name=""/>
        <dsp:cNvSpPr/>
      </dsp:nvSpPr>
      <dsp:spPr>
        <a:xfrm>
          <a:off x="5229932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Proceso para probar el producto y encontrar errores</a:t>
          </a:r>
        </a:p>
      </dsp:txBody>
      <dsp:txXfrm>
        <a:off x="5229932" y="2535524"/>
        <a:ext cx="1360847" cy="1846751"/>
      </dsp:txXfrm>
    </dsp:sp>
    <dsp:sp modelId="{D97B857E-CE3E-4173-AF9F-8CC1FEAB7655}">
      <dsp:nvSpPr>
        <dsp:cNvPr id="0" name=""/>
        <dsp:cNvSpPr/>
      </dsp:nvSpPr>
      <dsp:spPr>
        <a:xfrm>
          <a:off x="5206239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Como testear cada uno de los CRUD del proyecto</a:t>
          </a:r>
        </a:p>
      </dsp:txBody>
      <dsp:txXfrm>
        <a:off x="5206239" y="4542924"/>
        <a:ext cx="1360847" cy="1806803"/>
      </dsp:txXfrm>
    </dsp:sp>
    <dsp:sp modelId="{1C983424-27EF-48C7-9752-A0C9FD214FA8}">
      <dsp:nvSpPr>
        <dsp:cNvPr id="0" name=""/>
        <dsp:cNvSpPr/>
      </dsp:nvSpPr>
      <dsp:spPr>
        <a:xfrm>
          <a:off x="6587295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solidFill>
                <a:schemeClr val="tx1"/>
              </a:solidFill>
            </a:rPr>
            <a:t>Verificación</a:t>
          </a:r>
          <a:endParaRPr lang="es-CO" sz="1100" b="1" kern="1200" dirty="0">
            <a:solidFill>
              <a:schemeClr val="tx1"/>
            </a:solidFill>
          </a:endParaRPr>
        </a:p>
      </dsp:txBody>
      <dsp:txXfrm>
        <a:off x="6587295" y="1540861"/>
        <a:ext cx="1360847" cy="680423"/>
      </dsp:txXfrm>
    </dsp:sp>
    <dsp:sp modelId="{95410931-8B58-4534-A9BF-E607FB36DF4E}">
      <dsp:nvSpPr>
        <dsp:cNvPr id="0" name=""/>
        <dsp:cNvSpPr/>
      </dsp:nvSpPr>
      <dsp:spPr>
        <a:xfrm>
          <a:off x="6876557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tx1"/>
              </a:solidFill>
            </a:rPr>
            <a:t>Evaluación que comprueba si un producto se fue construyendo adecuadamente</a:t>
          </a:r>
        </a:p>
      </dsp:txBody>
      <dsp:txXfrm>
        <a:off x="6876557" y="2535524"/>
        <a:ext cx="1360847" cy="1846751"/>
      </dsp:txXfrm>
    </dsp:sp>
    <dsp:sp modelId="{0F287E40-52E3-4452-946E-79584CD0BED5}">
      <dsp:nvSpPr>
        <dsp:cNvPr id="0" name=""/>
        <dsp:cNvSpPr/>
      </dsp:nvSpPr>
      <dsp:spPr>
        <a:xfrm>
          <a:off x="6852864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Consulta constante de la documentación</a:t>
          </a:r>
        </a:p>
      </dsp:txBody>
      <dsp:txXfrm>
        <a:off x="6852864" y="4542924"/>
        <a:ext cx="1360847" cy="1806803"/>
      </dsp:txXfrm>
    </dsp:sp>
    <dsp:sp modelId="{F116D8DA-194A-4467-925B-34EB553EB8E4}">
      <dsp:nvSpPr>
        <dsp:cNvPr id="0" name=""/>
        <dsp:cNvSpPr/>
      </dsp:nvSpPr>
      <dsp:spPr>
        <a:xfrm>
          <a:off x="8233920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solidFill>
                <a:schemeClr val="tx1"/>
              </a:solidFill>
            </a:rPr>
            <a:t>Validación</a:t>
          </a:r>
        </a:p>
      </dsp:txBody>
      <dsp:txXfrm>
        <a:off x="8233920" y="1540861"/>
        <a:ext cx="1360847" cy="680423"/>
      </dsp:txXfrm>
    </dsp:sp>
    <dsp:sp modelId="{D1ACB685-361F-45EC-9A3F-5FAB9EE58D93}">
      <dsp:nvSpPr>
        <dsp:cNvPr id="0" name=""/>
        <dsp:cNvSpPr/>
      </dsp:nvSpPr>
      <dsp:spPr>
        <a:xfrm>
          <a:off x="8523182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Evaluación al final que comprueba si se cumplieron los objetivos</a:t>
          </a:r>
        </a:p>
      </dsp:txBody>
      <dsp:txXfrm>
        <a:off x="8523182" y="2535524"/>
        <a:ext cx="1360847" cy="1846751"/>
      </dsp:txXfrm>
    </dsp:sp>
    <dsp:sp modelId="{88850DE1-8808-4773-A155-69AA130E161B}">
      <dsp:nvSpPr>
        <dsp:cNvPr id="0" name=""/>
        <dsp:cNvSpPr/>
      </dsp:nvSpPr>
      <dsp:spPr>
        <a:xfrm>
          <a:off x="8499489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600" kern="1200" dirty="0">
              <a:solidFill>
                <a:schemeClr val="tx1"/>
              </a:solidFill>
            </a:rPr>
            <a:t>Pruebas controladas de todos los servicios del sistema junto a su código fuente.</a:t>
          </a:r>
        </a:p>
      </dsp:txBody>
      <dsp:txXfrm>
        <a:off x="8499489" y="4542924"/>
        <a:ext cx="1360847" cy="1806803"/>
      </dsp:txXfrm>
    </dsp:sp>
    <dsp:sp modelId="{0382AB55-A748-4DE4-93C9-33E2E11931DA}">
      <dsp:nvSpPr>
        <dsp:cNvPr id="0" name=""/>
        <dsp:cNvSpPr/>
      </dsp:nvSpPr>
      <dsp:spPr>
        <a:xfrm>
          <a:off x="9880545" y="1540861"/>
          <a:ext cx="1360847" cy="68042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000" b="1" kern="1200" dirty="0">
              <a:solidFill>
                <a:schemeClr val="tx1"/>
              </a:solidFill>
            </a:rPr>
            <a:t>Mejora Continua</a:t>
          </a:r>
        </a:p>
      </dsp:txBody>
      <dsp:txXfrm>
        <a:off x="9880545" y="1540861"/>
        <a:ext cx="1360847" cy="680423"/>
      </dsp:txXfrm>
    </dsp:sp>
    <dsp:sp modelId="{89BADF1B-2A65-4FA9-A5F9-BA27D75D49B9}">
      <dsp:nvSpPr>
        <dsp:cNvPr id="0" name=""/>
        <dsp:cNvSpPr/>
      </dsp:nvSpPr>
      <dsp:spPr>
        <a:xfrm>
          <a:off x="10169807" y="2535524"/>
          <a:ext cx="1360847" cy="184675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400" kern="1200" dirty="0">
              <a:solidFill>
                <a:schemeClr val="tx1"/>
              </a:solidFill>
            </a:rPr>
            <a:t>Proceso constante en el que se van puliendo errores para que cada vez todas las versiones sean mas solidas que las anteriores</a:t>
          </a:r>
        </a:p>
      </dsp:txBody>
      <dsp:txXfrm>
        <a:off x="10169807" y="2535524"/>
        <a:ext cx="1360847" cy="1846751"/>
      </dsp:txXfrm>
    </dsp:sp>
    <dsp:sp modelId="{46BFAF2C-49CA-46A1-B0D6-1D9ECA9F8360}">
      <dsp:nvSpPr>
        <dsp:cNvPr id="0" name=""/>
        <dsp:cNvSpPr/>
      </dsp:nvSpPr>
      <dsp:spPr>
        <a:xfrm>
          <a:off x="10146115" y="4542924"/>
          <a:ext cx="1360847" cy="1806803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dirty="0">
              <a:solidFill>
                <a:schemeClr val="tx1"/>
              </a:solidFill>
            </a:rPr>
            <a:t>Todo el proceso que hemos llevado hasta ahora</a:t>
          </a:r>
        </a:p>
      </dsp:txBody>
      <dsp:txXfrm>
        <a:off x="10146115" y="4542924"/>
        <a:ext cx="1360847" cy="18068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58010-D494-E515-1704-F648C6BF4A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B5E570-D8B0-CE4C-C56E-F3985903D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181901-4C37-CD02-EA65-A1DB7596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9C4067-98D0-430B-64A0-3EC70CD1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7080A8-813E-CFFF-C802-91BE6E61B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03194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478EC-ACA2-7DE7-C5E0-052F7B649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D10080-E6D6-2A3A-A625-5A753CDC7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CB6010-60A6-3912-B0B8-BFA0C61C3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53952-5CF1-FAE8-7553-65223460D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65CB00-D074-7B66-C5FB-80C8EF1C3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70656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DE3D8-8FF7-D55B-07E2-2FFCAB373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BDC15D-FAE6-43CB-3BF0-9FA9D8D70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A6C7DF-C5C0-7BDD-E380-4B1EF373B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95DD7B-BD6C-1484-C063-568F4C4A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00040F-D9EF-866D-B29E-D75F71396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5017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1C177-550A-F135-E9B5-70FA1D17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4B0AE4-C749-CEE8-1A2E-5CB6A4606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B4E2E7C-07B3-7438-8364-0905A86ED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BE233B-E80A-9AE5-312B-BC68C448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E80633-A2D8-9BE8-B2E7-2CB51E40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EF7A18D-D7D6-671B-9AC4-81774D1EF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26813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297484-CA11-C6BC-EAEB-BAC676E5F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47431-812D-DEE1-2996-565F2E56B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50FB22E-7503-7279-2AB6-7C8F92EFE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F3C361-A7C9-84FF-AB43-F76102CC7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74BCDE2-4C58-46BA-EF1F-A89ED7AD9D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127308-09E3-C6B8-CF2B-D130715F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D7DADA-EDD4-AB37-974A-AB6EDC641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D040C81-E0C2-7C7B-D476-EE9E02E21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36836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450C6-4FE8-845F-1D9B-FF51B0C7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74C8828-8253-A0BD-36B5-18868EC7E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C6E6825-7939-5688-B793-E7FF82614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1BCDD6F-5115-E5CF-6D3F-335B078B9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48167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4445F4-0EBA-6F0B-FE2B-3AEEDABAE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5CB1AA-EF84-B479-D716-156FD2541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9CDACB-7B15-9564-8CF1-2C923D88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38504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B8D0DC-AC5D-772B-7293-20C280E8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4F8FC9-CEB2-E33A-73C6-846F86F2E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5CCF46-980F-E4C2-792F-1A5450F11C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BDC4372-47DA-8B14-2403-983CB056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DE0F83-E998-5246-00F4-835792277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6CCD8B-98BF-DE0A-6B86-D8C0E45B3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41418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48AD1-B3CA-CDE8-A84D-1FBBCAA6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A73C0E-713A-B50D-5869-FDB8CD8FD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FEFC7-7EEF-6E3E-4225-09E354E1C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A93C0E-D816-E707-1CF3-EC3237EC5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9FFF100-7162-6965-A1E7-7EC818D4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DA41FD-6E34-10E0-502E-13FCD4A8E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651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F971B-3C5F-EE66-2D03-DC4A6D764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905DA4C-364A-0526-CB85-DA1B40CFC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6CB131-E1C6-0E4B-BE15-79EE5DFDF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5CAC38-2A0C-224C-92BF-E9098F5E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F441B1-8AB4-86B1-DCB1-443E19963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174882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85B6D8-948D-0AB0-7F42-B7806AE932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1C0214-1BEF-A9AD-E0AB-097207170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23EEDA-5258-433E-C91E-B3F234034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4A3547-447A-EC3F-D5AC-FF66EB663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185AAC-A332-D196-E090-DABB5864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34399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1D6A3E-5201-A386-374B-7592DB6EC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DC5816-44A9-014D-8C39-57B15DC7E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553C72-DD39-8E96-A4E5-1870C784F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E2CEF7-EBC7-4E0B-A661-500A7D820D23}" type="datetimeFigureOut">
              <a:rPr lang="es-CO" smtClean="0"/>
              <a:t>29/07/2026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8AE59-BEDC-C346-3F76-A020E5BF9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88D9D5-E1B3-21C5-DE0B-76E4A9A673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FFA33B-0FED-4418-8377-23C74F41CA6F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4370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05D272B-6954-6428-DFFF-896037E4C6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5441576"/>
              </p:ext>
            </p:extLst>
          </p:nvPr>
        </p:nvGraphicFramePr>
        <p:xfrm>
          <a:off x="272716" y="144380"/>
          <a:ext cx="11582400" cy="6529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8E6D5395-EF3B-50CE-1CDA-675DDE03E634}"/>
              </a:ext>
            </a:extLst>
          </p:cNvPr>
          <p:cNvSpPr/>
          <p:nvPr/>
        </p:nvSpPr>
        <p:spPr>
          <a:xfrm>
            <a:off x="272716" y="144380"/>
            <a:ext cx="3468860" cy="12458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Nombres:</a:t>
            </a:r>
            <a:br>
              <a:rPr lang="es-CO" dirty="0"/>
            </a:br>
            <a:r>
              <a:rPr lang="es-CO" dirty="0"/>
              <a:t>-Nicolas Montenegro</a:t>
            </a:r>
            <a:br>
              <a:rPr lang="es-CO" dirty="0"/>
            </a:br>
            <a:r>
              <a:rPr lang="es-CO" dirty="0"/>
              <a:t>- Anderson Joya</a:t>
            </a:r>
            <a:br>
              <a:rPr lang="es-CO" dirty="0"/>
            </a:br>
            <a:r>
              <a:rPr lang="es-CO" dirty="0"/>
              <a:t>- Jhonatan Comezaquira</a:t>
            </a:r>
          </a:p>
        </p:txBody>
      </p:sp>
    </p:spTree>
    <p:extLst>
      <p:ext uri="{BB962C8B-B14F-4D97-AF65-F5344CB8AC3E}">
        <p14:creationId xmlns:p14="http://schemas.microsoft.com/office/powerpoint/2010/main" val="2615749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179</Words>
  <Application>Microsoft Office PowerPoint</Application>
  <PresentationFormat>Panorámica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Nicolas Montenegro Mariño</dc:creator>
  <cp:lastModifiedBy>Juan Nicolas Montenegro Mariño</cp:lastModifiedBy>
  <cp:revision>1</cp:revision>
  <dcterms:created xsi:type="dcterms:W3CDTF">2026-07-29T07:54:53Z</dcterms:created>
  <dcterms:modified xsi:type="dcterms:W3CDTF">2026-07-29T08:08:30Z</dcterms:modified>
</cp:coreProperties>
</file>